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6858000" cx="12192000"/>
  <p:notesSz cx="6858000" cy="9144000"/>
  <p:embeddedFontLst>
    <p:embeddedFont>
      <p:font typeface="Helvetica Neue"/>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gHd5X2ZDyvWT5C1mFZgQpO1yL4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19b7285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b19b7285a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Judul">
  <p:cSld name="Slide Judul">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41"/>
          <p:cNvSpPr txBox="1"/>
          <p:nvPr>
            <p:ph type="ctrTitle"/>
          </p:nvPr>
        </p:nvSpPr>
        <p:spPr>
          <a:xfrm>
            <a:off x="914400" y="2130426"/>
            <a:ext cx="10363200" cy="127163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C6D9F1"/>
              </a:buClr>
              <a:buSzPts val="6400"/>
              <a:buFont typeface="Arial"/>
              <a:buNone/>
              <a:defRPr b="1" sz="6400">
                <a:solidFill>
                  <a:srgbClr val="C6D9F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1"/>
          <p:cNvSpPr txBox="1"/>
          <p:nvPr>
            <p:ph idx="1" type="subTitle"/>
          </p:nvPr>
        </p:nvSpPr>
        <p:spPr>
          <a:xfrm>
            <a:off x="6246860" y="4630961"/>
            <a:ext cx="3953435" cy="478559"/>
          </a:xfrm>
          <a:prstGeom prst="rect">
            <a:avLst/>
          </a:prstGeom>
          <a:noFill/>
          <a:ln>
            <a:noFill/>
          </a:ln>
        </p:spPr>
        <p:txBody>
          <a:bodyPr anchorCtr="0" anchor="t" bIns="45700" lIns="91425" spcFirstLastPara="1" rIns="91425" wrap="square" tIns="45700">
            <a:normAutofit/>
          </a:bodyPr>
          <a:lstStyle>
            <a:lvl1pPr lvl="0" algn="l">
              <a:spcBef>
                <a:spcPts val="427"/>
              </a:spcBef>
              <a:spcAft>
                <a:spcPts val="0"/>
              </a:spcAft>
              <a:buClr>
                <a:srgbClr val="FFFFFF"/>
              </a:buClr>
              <a:buSzPts val="2133"/>
              <a:buNone/>
              <a:defRPr sz="2133">
                <a:solidFill>
                  <a:srgbClr val="FFFFFF"/>
                </a:solidFill>
              </a:defRPr>
            </a:lvl1pPr>
            <a:lvl2pPr lvl="1" algn="ctr">
              <a:spcBef>
                <a:spcPts val="480"/>
              </a:spcBef>
              <a:spcAft>
                <a:spcPts val="0"/>
              </a:spcAft>
              <a:buClr>
                <a:srgbClr val="888888"/>
              </a:buClr>
              <a:buSzPts val="2400"/>
              <a:buNone/>
              <a:defRPr>
                <a:solidFill>
                  <a:srgbClr val="888888"/>
                </a:solidFill>
              </a:defRPr>
            </a:lvl2pPr>
            <a:lvl3pPr lvl="2" algn="ctr">
              <a:spcBef>
                <a:spcPts val="427"/>
              </a:spcBef>
              <a:spcAft>
                <a:spcPts val="0"/>
              </a:spcAft>
              <a:buClr>
                <a:srgbClr val="888888"/>
              </a:buClr>
              <a:buSzPts val="2133"/>
              <a:buNone/>
              <a:defRPr>
                <a:solidFill>
                  <a:srgbClr val="888888"/>
                </a:solidFill>
              </a:defRPr>
            </a:lvl3pPr>
            <a:lvl4pPr lvl="3" algn="ctr">
              <a:spcBef>
                <a:spcPts val="373"/>
              </a:spcBef>
              <a:spcAft>
                <a:spcPts val="0"/>
              </a:spcAft>
              <a:buClr>
                <a:srgbClr val="888888"/>
              </a:buClr>
              <a:buSzPts val="1867"/>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33"/>
              </a:spcBef>
              <a:spcAft>
                <a:spcPts val="0"/>
              </a:spcAft>
              <a:buClr>
                <a:srgbClr val="888888"/>
              </a:buClr>
              <a:buSzPts val="2667"/>
              <a:buNone/>
              <a:defRPr>
                <a:solidFill>
                  <a:srgbClr val="888888"/>
                </a:solidFill>
              </a:defRPr>
            </a:lvl6pPr>
            <a:lvl7pPr lvl="6" algn="ctr">
              <a:spcBef>
                <a:spcPts val="533"/>
              </a:spcBef>
              <a:spcAft>
                <a:spcPts val="0"/>
              </a:spcAft>
              <a:buClr>
                <a:srgbClr val="888888"/>
              </a:buClr>
              <a:buSzPts val="2667"/>
              <a:buNone/>
              <a:defRPr>
                <a:solidFill>
                  <a:srgbClr val="888888"/>
                </a:solidFill>
              </a:defRPr>
            </a:lvl7pPr>
            <a:lvl8pPr lvl="7" algn="ctr">
              <a:spcBef>
                <a:spcPts val="533"/>
              </a:spcBef>
              <a:spcAft>
                <a:spcPts val="0"/>
              </a:spcAft>
              <a:buClr>
                <a:srgbClr val="888888"/>
              </a:buClr>
              <a:buSzPts val="2667"/>
              <a:buNone/>
              <a:defRPr>
                <a:solidFill>
                  <a:srgbClr val="888888"/>
                </a:solidFill>
              </a:defRPr>
            </a:lvl8pPr>
            <a:lvl9pPr lvl="8" algn="ctr">
              <a:spcBef>
                <a:spcPts val="533"/>
              </a:spcBef>
              <a:spcAft>
                <a:spcPts val="0"/>
              </a:spcAft>
              <a:buClr>
                <a:srgbClr val="888888"/>
              </a:buClr>
              <a:buSzPts val="2667"/>
              <a:buNone/>
              <a:defRPr>
                <a:solidFill>
                  <a:srgbClr val="888888"/>
                </a:solidFill>
              </a:defRPr>
            </a:lvl9pPr>
          </a:lstStyle>
          <a:p/>
        </p:txBody>
      </p:sp>
      <p:sp>
        <p:nvSpPr>
          <p:cNvPr id="14" name="Google Shape;14;p4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600" u="none" cap="none" strike="noStrike">
                <a:solidFill>
                  <a:srgbClr val="D8D8D8"/>
                </a:solidFill>
                <a:latin typeface="Arial"/>
                <a:ea typeface="Arial"/>
                <a:cs typeface="Arial"/>
                <a:sym typeface="Arial"/>
              </a:defRPr>
            </a:lvl1pPr>
            <a:lvl2pPr indent="0" lvl="1" marL="0" algn="r">
              <a:spcBef>
                <a:spcPts val="0"/>
              </a:spcBef>
              <a:buNone/>
              <a:defRPr b="0" i="0" sz="1600" u="none" cap="none" strike="noStrike">
                <a:solidFill>
                  <a:srgbClr val="D8D8D8"/>
                </a:solidFill>
                <a:latin typeface="Arial"/>
                <a:ea typeface="Arial"/>
                <a:cs typeface="Arial"/>
                <a:sym typeface="Arial"/>
              </a:defRPr>
            </a:lvl2pPr>
            <a:lvl3pPr indent="0" lvl="2" marL="0" algn="r">
              <a:spcBef>
                <a:spcPts val="0"/>
              </a:spcBef>
              <a:buNone/>
              <a:defRPr b="0" i="0" sz="1600" u="none" cap="none" strike="noStrike">
                <a:solidFill>
                  <a:srgbClr val="D8D8D8"/>
                </a:solidFill>
                <a:latin typeface="Arial"/>
                <a:ea typeface="Arial"/>
                <a:cs typeface="Arial"/>
                <a:sym typeface="Arial"/>
              </a:defRPr>
            </a:lvl3pPr>
            <a:lvl4pPr indent="0" lvl="3" marL="0" algn="r">
              <a:spcBef>
                <a:spcPts val="0"/>
              </a:spcBef>
              <a:buNone/>
              <a:defRPr b="0" i="0" sz="1600" u="none" cap="none" strike="noStrike">
                <a:solidFill>
                  <a:srgbClr val="D8D8D8"/>
                </a:solidFill>
                <a:latin typeface="Arial"/>
                <a:ea typeface="Arial"/>
                <a:cs typeface="Arial"/>
                <a:sym typeface="Arial"/>
              </a:defRPr>
            </a:lvl4pPr>
            <a:lvl5pPr indent="0" lvl="4" marL="0" algn="r">
              <a:spcBef>
                <a:spcPts val="0"/>
              </a:spcBef>
              <a:buNone/>
              <a:defRPr b="0" i="0" sz="1600" u="none" cap="none" strike="noStrike">
                <a:solidFill>
                  <a:srgbClr val="D8D8D8"/>
                </a:solidFill>
                <a:latin typeface="Arial"/>
                <a:ea typeface="Arial"/>
                <a:cs typeface="Arial"/>
                <a:sym typeface="Arial"/>
              </a:defRPr>
            </a:lvl5pPr>
            <a:lvl6pPr indent="0" lvl="5" marL="0" algn="r">
              <a:spcBef>
                <a:spcPts val="0"/>
              </a:spcBef>
              <a:buNone/>
              <a:defRPr b="0" i="0" sz="1600" u="none" cap="none" strike="noStrike">
                <a:solidFill>
                  <a:srgbClr val="D8D8D8"/>
                </a:solidFill>
                <a:latin typeface="Arial"/>
                <a:ea typeface="Arial"/>
                <a:cs typeface="Arial"/>
                <a:sym typeface="Arial"/>
              </a:defRPr>
            </a:lvl6pPr>
            <a:lvl7pPr indent="0" lvl="6" marL="0" algn="r">
              <a:spcBef>
                <a:spcPts val="0"/>
              </a:spcBef>
              <a:buNone/>
              <a:defRPr b="0" i="0" sz="1600" u="none" cap="none" strike="noStrike">
                <a:solidFill>
                  <a:srgbClr val="D8D8D8"/>
                </a:solidFill>
                <a:latin typeface="Arial"/>
                <a:ea typeface="Arial"/>
                <a:cs typeface="Arial"/>
                <a:sym typeface="Arial"/>
              </a:defRPr>
            </a:lvl7pPr>
            <a:lvl8pPr indent="0" lvl="7" marL="0" algn="r">
              <a:spcBef>
                <a:spcPts val="0"/>
              </a:spcBef>
              <a:buNone/>
              <a:defRPr b="0" i="0" sz="1600" u="none" cap="none" strike="noStrike">
                <a:solidFill>
                  <a:srgbClr val="D8D8D8"/>
                </a:solidFill>
                <a:latin typeface="Arial"/>
                <a:ea typeface="Arial"/>
                <a:cs typeface="Arial"/>
                <a:sym typeface="Arial"/>
              </a:defRPr>
            </a:lvl8pPr>
            <a:lvl9pPr indent="0" lvl="8" marL="0" algn="r">
              <a:spcBef>
                <a:spcPts val="0"/>
              </a:spcBef>
              <a:buNone/>
              <a:defRPr b="0" i="0" sz="1600" u="none" cap="none" strike="noStrike">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
        <p:nvSpPr>
          <p:cNvPr id="17" name="Google Shape;17;p41"/>
          <p:cNvSpPr txBox="1"/>
          <p:nvPr>
            <p:ph idx="2" type="body"/>
          </p:nvPr>
        </p:nvSpPr>
        <p:spPr>
          <a:xfrm>
            <a:off x="914398" y="1554787"/>
            <a:ext cx="7629237" cy="575639"/>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Clr>
                <a:srgbClr val="FFFFFF"/>
              </a:buClr>
              <a:buSzPts val="2400"/>
              <a:buNone/>
              <a:defRPr sz="2400">
                <a:solidFill>
                  <a:srgbClr val="FFFFF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41"/>
          <p:cNvSpPr txBox="1"/>
          <p:nvPr/>
        </p:nvSpPr>
        <p:spPr>
          <a:xfrm>
            <a:off x="6246861" y="4995069"/>
            <a:ext cx="5789303" cy="10770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6D9F1"/>
              </a:buClr>
              <a:buSzPts val="2133"/>
              <a:buFont typeface="Arial"/>
              <a:buNone/>
            </a:pPr>
            <a:r>
              <a:rPr b="0" i="0" lang="en-ID" sz="2133" u="none" cap="none" strike="noStrike">
                <a:solidFill>
                  <a:srgbClr val="C6D9F1"/>
                </a:solidFill>
                <a:latin typeface="Arial"/>
                <a:ea typeface="Arial"/>
                <a:cs typeface="Arial"/>
                <a:sym typeface="Arial"/>
              </a:rPr>
              <a:t>Program Studi Teknik Informatika</a:t>
            </a:r>
            <a:endParaRPr b="0" i="0" sz="2133" u="none" cap="none" strike="noStrike">
              <a:solidFill>
                <a:srgbClr val="C6D9F1"/>
              </a:solidFill>
              <a:latin typeface="Arial"/>
              <a:ea typeface="Arial"/>
              <a:cs typeface="Arial"/>
              <a:sym typeface="Arial"/>
            </a:endParaRPr>
          </a:p>
          <a:p>
            <a:pPr indent="0" lvl="0" marL="0" marR="0" rtl="0" algn="l">
              <a:spcBef>
                <a:spcPts val="0"/>
              </a:spcBef>
              <a:spcAft>
                <a:spcPts val="0"/>
              </a:spcAft>
              <a:buClr>
                <a:srgbClr val="C6D9F1"/>
              </a:buClr>
              <a:buSzPts val="2133"/>
              <a:buFont typeface="Arial"/>
              <a:buNone/>
            </a:pPr>
            <a:r>
              <a:rPr b="0" i="0" lang="en-ID" sz="2133" u="none" cap="none" strike="noStrike">
                <a:solidFill>
                  <a:srgbClr val="C6D9F1"/>
                </a:solidFill>
                <a:latin typeface="Arial"/>
                <a:ea typeface="Arial"/>
                <a:cs typeface="Arial"/>
                <a:sym typeface="Arial"/>
              </a:rPr>
              <a:t>Fakultas Teknik – Universitas Surabaya</a:t>
            </a:r>
            <a:endParaRPr/>
          </a:p>
          <a:p>
            <a:pPr indent="0" lvl="0" marL="0" marR="0" rtl="0" algn="l">
              <a:spcBef>
                <a:spcPts val="0"/>
              </a:spcBef>
              <a:spcAft>
                <a:spcPts val="0"/>
              </a:spcAft>
              <a:buNone/>
            </a:pPr>
            <a:r>
              <a:t/>
            </a:r>
            <a:endParaRPr sz="2133">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dul dan Konten" type="obj">
  <p:cSld name="OBJECT">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42"/>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0090"/>
              </a:buClr>
              <a:buSzPts val="4800"/>
              <a:buFont typeface="Arial"/>
              <a:buNone/>
              <a:defRPr b="1" sz="4800">
                <a:solidFill>
                  <a:srgbClr val="00009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Clr>
                <a:schemeClr val="dk1"/>
              </a:buClr>
              <a:buSzPts val="2667"/>
              <a:buChar char="•"/>
              <a:defRPr sz="2667"/>
            </a:lvl1pPr>
            <a:lvl2pPr indent="-381000" lvl="1" marL="914400" algn="l">
              <a:spcBef>
                <a:spcPts val="480"/>
              </a:spcBef>
              <a:spcAft>
                <a:spcPts val="0"/>
              </a:spcAft>
              <a:buClr>
                <a:schemeClr val="dk1"/>
              </a:buClr>
              <a:buSzPts val="2400"/>
              <a:buChar char="–"/>
              <a:defRPr sz="2400"/>
            </a:lvl2pPr>
            <a:lvl3pPr indent="-364045" lvl="2" marL="1371600" algn="l">
              <a:spcBef>
                <a:spcPts val="427"/>
              </a:spcBef>
              <a:spcAft>
                <a:spcPts val="0"/>
              </a:spcAft>
              <a:buClr>
                <a:schemeClr val="dk1"/>
              </a:buClr>
              <a:buSzPts val="2133"/>
              <a:buChar char="•"/>
              <a:defRPr sz="2133"/>
            </a:lvl3pPr>
            <a:lvl4pPr indent="-347154" lvl="3" marL="1828800" algn="l">
              <a:spcBef>
                <a:spcPts val="373"/>
              </a:spcBef>
              <a:spcAft>
                <a:spcPts val="0"/>
              </a:spcAft>
              <a:buClr>
                <a:schemeClr val="dk1"/>
              </a:buClr>
              <a:buSzPts val="1867"/>
              <a:buChar char="–"/>
              <a:defRPr sz="1867"/>
            </a:lvl4pPr>
            <a:lvl5pPr indent="-330200" lvl="4" marL="2286000" algn="l">
              <a:spcBef>
                <a:spcPts val="320"/>
              </a:spcBef>
              <a:spcAft>
                <a:spcPts val="0"/>
              </a:spcAft>
              <a:buClr>
                <a:schemeClr val="dk1"/>
              </a:buClr>
              <a:buSzPts val="1600"/>
              <a:buChar char="»"/>
              <a:defRPr sz="16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42"/>
          <p:cNvSpPr txBox="1"/>
          <p:nvPr>
            <p:ph idx="10" type="dt"/>
          </p:nvPr>
        </p:nvSpPr>
        <p:spPr>
          <a:xfrm>
            <a:off x="609600" y="6218236"/>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2"/>
          <p:cNvSpPr txBox="1"/>
          <p:nvPr>
            <p:ph idx="11" type="ftr"/>
          </p:nvPr>
        </p:nvSpPr>
        <p:spPr>
          <a:xfrm>
            <a:off x="4165600" y="6218236"/>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2"/>
          <p:cNvSpPr txBox="1"/>
          <p:nvPr>
            <p:ph idx="12" type="sldNum"/>
          </p:nvPr>
        </p:nvSpPr>
        <p:spPr>
          <a:xfrm>
            <a:off x="8737600" y="6209646"/>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 Konten" type="twoObj">
  <p:cSld name="TWO_OBJECTS">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43"/>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0090"/>
              </a:buClr>
              <a:buSzPts val="4800"/>
              <a:buFont typeface="Arial"/>
              <a:buNone/>
              <a:defRPr b="1" sz="4800">
                <a:solidFill>
                  <a:srgbClr val="00009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3"/>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Clr>
                <a:schemeClr val="dk1"/>
              </a:buClr>
              <a:buSzPts val="2667"/>
              <a:buChar char="•"/>
              <a:defRPr sz="2667"/>
            </a:lvl1pPr>
            <a:lvl2pPr indent="-381000" lvl="1" marL="914400" algn="l">
              <a:spcBef>
                <a:spcPts val="480"/>
              </a:spcBef>
              <a:spcAft>
                <a:spcPts val="0"/>
              </a:spcAft>
              <a:buClr>
                <a:schemeClr val="dk1"/>
              </a:buClr>
              <a:buSzPts val="2400"/>
              <a:buChar char="–"/>
              <a:defRPr sz="2400"/>
            </a:lvl2pPr>
            <a:lvl3pPr indent="-364045" lvl="2" marL="1371600" algn="l">
              <a:spcBef>
                <a:spcPts val="427"/>
              </a:spcBef>
              <a:spcAft>
                <a:spcPts val="0"/>
              </a:spcAft>
              <a:buClr>
                <a:schemeClr val="dk1"/>
              </a:buClr>
              <a:buSzPts val="2133"/>
              <a:buChar char="•"/>
              <a:defRPr sz="2133"/>
            </a:lvl3pPr>
            <a:lvl4pPr indent="-347154" lvl="3" marL="1828800" algn="l">
              <a:spcBef>
                <a:spcPts val="373"/>
              </a:spcBef>
              <a:spcAft>
                <a:spcPts val="0"/>
              </a:spcAft>
              <a:buClr>
                <a:schemeClr val="dk1"/>
              </a:buClr>
              <a:buSzPts val="1867"/>
              <a:buChar char="–"/>
              <a:defRPr sz="1867"/>
            </a:lvl4pPr>
            <a:lvl5pPr indent="-330200" lvl="4" marL="2286000" algn="l">
              <a:spcBef>
                <a:spcPts val="320"/>
              </a:spcBef>
              <a:spcAft>
                <a:spcPts val="0"/>
              </a:spcAft>
              <a:buClr>
                <a:schemeClr val="dk1"/>
              </a:buClr>
              <a:buSzPts val="1600"/>
              <a:buChar char="»"/>
              <a:defRPr sz="16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28" name="Google Shape;28;p43"/>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Clr>
                <a:schemeClr val="dk1"/>
              </a:buClr>
              <a:buSzPts val="2667"/>
              <a:buChar char="•"/>
              <a:defRPr sz="2667"/>
            </a:lvl1pPr>
            <a:lvl2pPr indent="-381000" lvl="1" marL="914400" algn="l">
              <a:spcBef>
                <a:spcPts val="480"/>
              </a:spcBef>
              <a:spcAft>
                <a:spcPts val="0"/>
              </a:spcAft>
              <a:buClr>
                <a:schemeClr val="dk1"/>
              </a:buClr>
              <a:buSzPts val="2400"/>
              <a:buChar char="–"/>
              <a:defRPr sz="2400"/>
            </a:lvl2pPr>
            <a:lvl3pPr indent="-364045" lvl="2" marL="1371600" algn="l">
              <a:spcBef>
                <a:spcPts val="427"/>
              </a:spcBef>
              <a:spcAft>
                <a:spcPts val="0"/>
              </a:spcAft>
              <a:buClr>
                <a:schemeClr val="dk1"/>
              </a:buClr>
              <a:buSzPts val="2133"/>
              <a:buChar char="•"/>
              <a:defRPr sz="2133"/>
            </a:lvl3pPr>
            <a:lvl4pPr indent="-347154" lvl="3" marL="1828800" algn="l">
              <a:spcBef>
                <a:spcPts val="373"/>
              </a:spcBef>
              <a:spcAft>
                <a:spcPts val="0"/>
              </a:spcAft>
              <a:buClr>
                <a:schemeClr val="dk1"/>
              </a:buClr>
              <a:buSzPts val="1867"/>
              <a:buChar char="–"/>
              <a:defRPr sz="1867"/>
            </a:lvl4pPr>
            <a:lvl5pPr indent="-330200" lvl="4" marL="2286000" algn="l">
              <a:spcBef>
                <a:spcPts val="320"/>
              </a:spcBef>
              <a:spcAft>
                <a:spcPts val="0"/>
              </a:spcAft>
              <a:buClr>
                <a:schemeClr val="dk1"/>
              </a:buClr>
              <a:buSzPts val="1600"/>
              <a:buChar char="»"/>
              <a:defRPr sz="16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29" name="Google Shape;29;p43"/>
          <p:cNvSpPr txBox="1"/>
          <p:nvPr>
            <p:ph idx="10" type="dt"/>
          </p:nvPr>
        </p:nvSpPr>
        <p:spPr>
          <a:xfrm>
            <a:off x="609600" y="6218236"/>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3"/>
          <p:cNvSpPr txBox="1"/>
          <p:nvPr>
            <p:ph idx="11" type="ftr"/>
          </p:nvPr>
        </p:nvSpPr>
        <p:spPr>
          <a:xfrm>
            <a:off x="4165600" y="6218236"/>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3"/>
          <p:cNvSpPr txBox="1"/>
          <p:nvPr>
            <p:ph idx="12" type="sldNum"/>
          </p:nvPr>
        </p:nvSpPr>
        <p:spPr>
          <a:xfrm>
            <a:off x="8737600" y="6218236"/>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Bagian">
  <p:cSld name="Header Bagian">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44"/>
          <p:cNvSpPr txBox="1"/>
          <p:nvPr>
            <p:ph type="title"/>
          </p:nvPr>
        </p:nvSpPr>
        <p:spPr>
          <a:xfrm>
            <a:off x="4756727" y="2906715"/>
            <a:ext cx="6569557" cy="1018739"/>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DCE6F2"/>
              </a:buClr>
              <a:buSzPts val="5867"/>
              <a:buFont typeface="Arial"/>
              <a:buNone/>
              <a:defRPr b="1" sz="5867" cap="none">
                <a:solidFill>
                  <a:srgbClr val="DCE6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4"/>
          <p:cNvSpPr txBox="1"/>
          <p:nvPr>
            <p:ph idx="1" type="body"/>
          </p:nvPr>
        </p:nvSpPr>
        <p:spPr>
          <a:xfrm>
            <a:off x="4756727" y="3959766"/>
            <a:ext cx="5117523" cy="446425"/>
          </a:xfrm>
          <a:prstGeom prst="rect">
            <a:avLst/>
          </a:prstGeom>
          <a:noFill/>
          <a:ln>
            <a:noFill/>
          </a:ln>
        </p:spPr>
        <p:txBody>
          <a:bodyPr anchorCtr="0" anchor="b" bIns="45700" lIns="91425" spcFirstLastPara="1" rIns="91425" wrap="square" tIns="45700">
            <a:normAutofit/>
          </a:bodyPr>
          <a:lstStyle>
            <a:lvl1pPr indent="-228600" lvl="0" marL="457200" algn="l">
              <a:spcBef>
                <a:spcPts val="427"/>
              </a:spcBef>
              <a:spcAft>
                <a:spcPts val="0"/>
              </a:spcAft>
              <a:buClr>
                <a:srgbClr val="FFFFFF"/>
              </a:buClr>
              <a:buSzPts val="2133"/>
              <a:buNone/>
              <a:defRPr sz="2133">
                <a:solidFill>
                  <a:srgbClr val="FFFFFF"/>
                </a:solidFill>
              </a:defRPr>
            </a:lvl1pPr>
            <a:lvl2pPr indent="-228600" lvl="1" marL="914400" algn="l">
              <a:spcBef>
                <a:spcPts val="480"/>
              </a:spcBef>
              <a:spcAft>
                <a:spcPts val="0"/>
              </a:spcAft>
              <a:buClr>
                <a:srgbClr val="888888"/>
              </a:buClr>
              <a:buSzPts val="2400"/>
              <a:buNone/>
              <a:defRPr sz="2400">
                <a:solidFill>
                  <a:srgbClr val="888888"/>
                </a:solidFill>
              </a:defRPr>
            </a:lvl2pPr>
            <a:lvl3pPr indent="-228600" lvl="2" marL="1371600" algn="l">
              <a:spcBef>
                <a:spcPts val="427"/>
              </a:spcBef>
              <a:spcAft>
                <a:spcPts val="0"/>
              </a:spcAft>
              <a:buClr>
                <a:srgbClr val="888888"/>
              </a:buClr>
              <a:buSzPts val="2133"/>
              <a:buNone/>
              <a:defRPr sz="2133">
                <a:solidFill>
                  <a:srgbClr val="888888"/>
                </a:solidFill>
              </a:defRPr>
            </a:lvl3pPr>
            <a:lvl4pPr indent="-228600" lvl="3" marL="1828800" algn="l">
              <a:spcBef>
                <a:spcPts val="373"/>
              </a:spcBef>
              <a:spcAft>
                <a:spcPts val="0"/>
              </a:spcAft>
              <a:buClr>
                <a:srgbClr val="888888"/>
              </a:buClr>
              <a:buSzPts val="1867"/>
              <a:buNone/>
              <a:defRPr sz="1867">
                <a:solidFill>
                  <a:srgbClr val="888888"/>
                </a:solidFill>
              </a:defRPr>
            </a:lvl4pPr>
            <a:lvl5pPr indent="-228600" lvl="4" marL="2286000" algn="l">
              <a:spcBef>
                <a:spcPts val="373"/>
              </a:spcBef>
              <a:spcAft>
                <a:spcPts val="0"/>
              </a:spcAft>
              <a:buClr>
                <a:srgbClr val="888888"/>
              </a:buClr>
              <a:buSzPts val="1867"/>
              <a:buNone/>
              <a:defRPr sz="1867">
                <a:solidFill>
                  <a:srgbClr val="888888"/>
                </a:solidFill>
              </a:defRPr>
            </a:lvl5pPr>
            <a:lvl6pPr indent="-228600" lvl="5" marL="2743200" algn="l">
              <a:spcBef>
                <a:spcPts val="373"/>
              </a:spcBef>
              <a:spcAft>
                <a:spcPts val="0"/>
              </a:spcAft>
              <a:buClr>
                <a:srgbClr val="888888"/>
              </a:buClr>
              <a:buSzPts val="1867"/>
              <a:buNone/>
              <a:defRPr sz="1867">
                <a:solidFill>
                  <a:srgbClr val="888888"/>
                </a:solidFill>
              </a:defRPr>
            </a:lvl6pPr>
            <a:lvl7pPr indent="-228600" lvl="6" marL="3200400" algn="l">
              <a:spcBef>
                <a:spcPts val="373"/>
              </a:spcBef>
              <a:spcAft>
                <a:spcPts val="0"/>
              </a:spcAft>
              <a:buClr>
                <a:srgbClr val="888888"/>
              </a:buClr>
              <a:buSzPts val="1867"/>
              <a:buNone/>
              <a:defRPr sz="1867">
                <a:solidFill>
                  <a:srgbClr val="888888"/>
                </a:solidFill>
              </a:defRPr>
            </a:lvl7pPr>
            <a:lvl8pPr indent="-228600" lvl="7" marL="3657600" algn="l">
              <a:spcBef>
                <a:spcPts val="373"/>
              </a:spcBef>
              <a:spcAft>
                <a:spcPts val="0"/>
              </a:spcAft>
              <a:buClr>
                <a:srgbClr val="888888"/>
              </a:buClr>
              <a:buSzPts val="1867"/>
              <a:buNone/>
              <a:defRPr sz="1867">
                <a:solidFill>
                  <a:srgbClr val="888888"/>
                </a:solidFill>
              </a:defRPr>
            </a:lvl8pPr>
            <a:lvl9pPr indent="-228600" lvl="8" marL="4114800" algn="l">
              <a:spcBef>
                <a:spcPts val="373"/>
              </a:spcBef>
              <a:spcAft>
                <a:spcPts val="0"/>
              </a:spcAft>
              <a:buClr>
                <a:srgbClr val="888888"/>
              </a:buClr>
              <a:buSzPts val="1867"/>
              <a:buNone/>
              <a:defRPr sz="1867">
                <a:solidFill>
                  <a:srgbClr val="888888"/>
                </a:solidFill>
              </a:defRPr>
            </a:lvl9pPr>
          </a:lstStyle>
          <a:p/>
        </p:txBody>
      </p:sp>
      <p:sp>
        <p:nvSpPr>
          <p:cNvPr id="35" name="Google Shape;35;p4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
        <p:nvSpPr>
          <p:cNvPr id="38" name="Google Shape;38;p44"/>
          <p:cNvSpPr txBox="1"/>
          <p:nvPr>
            <p:ph idx="2" type="body"/>
          </p:nvPr>
        </p:nvSpPr>
        <p:spPr>
          <a:xfrm>
            <a:off x="2823385" y="2665214"/>
            <a:ext cx="1933343" cy="1854801"/>
          </a:xfrm>
          <a:prstGeom prst="rect">
            <a:avLst/>
          </a:prstGeom>
          <a:noFill/>
          <a:ln>
            <a:noFill/>
          </a:ln>
        </p:spPr>
        <p:txBody>
          <a:bodyPr anchorCtr="0" anchor="t" bIns="45700" lIns="91425" spcFirstLastPara="1" rIns="91425" wrap="square" tIns="45700">
            <a:noAutofit/>
          </a:bodyPr>
          <a:lstStyle>
            <a:lvl1pPr indent="-228600" lvl="0" marL="457200" algn="l">
              <a:spcBef>
                <a:spcPts val="2133"/>
              </a:spcBef>
              <a:spcAft>
                <a:spcPts val="0"/>
              </a:spcAft>
              <a:buClr>
                <a:srgbClr val="558ED5"/>
              </a:buClr>
              <a:buSzPts val="10666"/>
              <a:buNone/>
              <a:defRPr b="1" sz="10666">
                <a:solidFill>
                  <a:srgbClr val="558ED5"/>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228600" lvl="4" marL="2286000" algn="l">
              <a:spcBef>
                <a:spcPts val="320"/>
              </a:spcBef>
              <a:spcAft>
                <a:spcPts val="0"/>
              </a:spcAft>
              <a:buClr>
                <a:schemeClr val="dk1"/>
              </a:buClr>
              <a:buSzPts val="1600"/>
              <a:buFont typeface="Arial"/>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mbar dengan Keterangan">
  <p:cSld name="Gambar dengan Keterangan">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45"/>
          <p:cNvSpPr txBox="1"/>
          <p:nvPr>
            <p:ph type="title"/>
          </p:nvPr>
        </p:nvSpPr>
        <p:spPr>
          <a:xfrm>
            <a:off x="6483925" y="432375"/>
            <a:ext cx="5098475" cy="56673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C6D9F1"/>
              </a:buClr>
              <a:buSzPts val="2667"/>
              <a:buFont typeface="Arial"/>
              <a:buNone/>
              <a:defRPr b="1" sz="2667">
                <a:solidFill>
                  <a:srgbClr val="C6D9F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5"/>
          <p:cNvSpPr txBox="1"/>
          <p:nvPr>
            <p:ph idx="1" type="body"/>
          </p:nvPr>
        </p:nvSpPr>
        <p:spPr>
          <a:xfrm>
            <a:off x="6483926" y="1158598"/>
            <a:ext cx="5098476" cy="5061229"/>
          </a:xfrm>
          <a:prstGeom prst="rect">
            <a:avLst/>
          </a:prstGeom>
          <a:noFill/>
          <a:ln>
            <a:noFill/>
          </a:ln>
        </p:spPr>
        <p:txBody>
          <a:bodyPr anchorCtr="0" anchor="t" bIns="45700" lIns="91425" spcFirstLastPara="1" rIns="91425" wrap="square" tIns="45700">
            <a:normAutofit/>
          </a:bodyPr>
          <a:lstStyle>
            <a:lvl1pPr indent="-228600" lvl="0" marL="457200" algn="l">
              <a:spcBef>
                <a:spcPts val="373"/>
              </a:spcBef>
              <a:spcAft>
                <a:spcPts val="0"/>
              </a:spcAft>
              <a:buClr>
                <a:srgbClr val="FFFFFF"/>
              </a:buClr>
              <a:buSzPts val="1867"/>
              <a:buNone/>
              <a:defRPr sz="1867">
                <a:solidFill>
                  <a:srgbClr val="FFFFFF"/>
                </a:solidFill>
              </a:defRPr>
            </a:lvl1pPr>
            <a:lvl2pPr indent="-228600" lvl="1" marL="914400" algn="l">
              <a:spcBef>
                <a:spcPts val="320"/>
              </a:spcBef>
              <a:spcAft>
                <a:spcPts val="0"/>
              </a:spcAft>
              <a:buClr>
                <a:schemeClr val="dk1"/>
              </a:buClr>
              <a:buSzPts val="1600"/>
              <a:buNone/>
              <a:defRPr sz="1600"/>
            </a:lvl2pPr>
            <a:lvl3pPr indent="-228600" lvl="2" marL="1371600" algn="l">
              <a:spcBef>
                <a:spcPts val="267"/>
              </a:spcBef>
              <a:spcAft>
                <a:spcPts val="0"/>
              </a:spcAft>
              <a:buClr>
                <a:schemeClr val="dk1"/>
              </a:buClr>
              <a:buSzPts val="1333"/>
              <a:buNone/>
              <a:defRPr sz="1333"/>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42" name="Google Shape;42;p4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E6E6E6"/>
                </a:solidFill>
                <a:latin typeface="Arial"/>
                <a:ea typeface="Arial"/>
                <a:cs typeface="Arial"/>
                <a:sym typeface="Arial"/>
              </a:defRPr>
            </a:lvl1pPr>
            <a:lvl2pPr indent="0" lvl="1" marL="0" algn="r">
              <a:spcBef>
                <a:spcPts val="0"/>
              </a:spcBef>
              <a:buNone/>
              <a:defRPr sz="1600">
                <a:solidFill>
                  <a:srgbClr val="E6E6E6"/>
                </a:solidFill>
                <a:latin typeface="Arial"/>
                <a:ea typeface="Arial"/>
                <a:cs typeface="Arial"/>
                <a:sym typeface="Arial"/>
              </a:defRPr>
            </a:lvl2pPr>
            <a:lvl3pPr indent="0" lvl="2" marL="0" algn="r">
              <a:spcBef>
                <a:spcPts val="0"/>
              </a:spcBef>
              <a:buNone/>
              <a:defRPr sz="1600">
                <a:solidFill>
                  <a:srgbClr val="E6E6E6"/>
                </a:solidFill>
                <a:latin typeface="Arial"/>
                <a:ea typeface="Arial"/>
                <a:cs typeface="Arial"/>
                <a:sym typeface="Arial"/>
              </a:defRPr>
            </a:lvl3pPr>
            <a:lvl4pPr indent="0" lvl="3" marL="0" algn="r">
              <a:spcBef>
                <a:spcPts val="0"/>
              </a:spcBef>
              <a:buNone/>
              <a:defRPr sz="1600">
                <a:solidFill>
                  <a:srgbClr val="E6E6E6"/>
                </a:solidFill>
                <a:latin typeface="Arial"/>
                <a:ea typeface="Arial"/>
                <a:cs typeface="Arial"/>
                <a:sym typeface="Arial"/>
              </a:defRPr>
            </a:lvl4pPr>
            <a:lvl5pPr indent="0" lvl="4" marL="0" algn="r">
              <a:spcBef>
                <a:spcPts val="0"/>
              </a:spcBef>
              <a:buNone/>
              <a:defRPr sz="1600">
                <a:solidFill>
                  <a:srgbClr val="E6E6E6"/>
                </a:solidFill>
                <a:latin typeface="Arial"/>
                <a:ea typeface="Arial"/>
                <a:cs typeface="Arial"/>
                <a:sym typeface="Arial"/>
              </a:defRPr>
            </a:lvl5pPr>
            <a:lvl6pPr indent="0" lvl="5" marL="0" algn="r">
              <a:spcBef>
                <a:spcPts val="0"/>
              </a:spcBef>
              <a:buNone/>
              <a:defRPr sz="1600">
                <a:solidFill>
                  <a:srgbClr val="E6E6E6"/>
                </a:solidFill>
                <a:latin typeface="Arial"/>
                <a:ea typeface="Arial"/>
                <a:cs typeface="Arial"/>
                <a:sym typeface="Arial"/>
              </a:defRPr>
            </a:lvl6pPr>
            <a:lvl7pPr indent="0" lvl="6" marL="0" algn="r">
              <a:spcBef>
                <a:spcPts val="0"/>
              </a:spcBef>
              <a:buNone/>
              <a:defRPr sz="1600">
                <a:solidFill>
                  <a:srgbClr val="E6E6E6"/>
                </a:solidFill>
                <a:latin typeface="Arial"/>
                <a:ea typeface="Arial"/>
                <a:cs typeface="Arial"/>
                <a:sym typeface="Arial"/>
              </a:defRPr>
            </a:lvl7pPr>
            <a:lvl8pPr indent="0" lvl="7" marL="0" algn="r">
              <a:spcBef>
                <a:spcPts val="0"/>
              </a:spcBef>
              <a:buNone/>
              <a:defRPr sz="1600">
                <a:solidFill>
                  <a:srgbClr val="E6E6E6"/>
                </a:solidFill>
                <a:latin typeface="Arial"/>
                <a:ea typeface="Arial"/>
                <a:cs typeface="Arial"/>
                <a:sym typeface="Arial"/>
              </a:defRPr>
            </a:lvl8pPr>
            <a:lvl9pPr indent="0" lvl="8" marL="0" algn="r">
              <a:spcBef>
                <a:spcPts val="0"/>
              </a:spcBef>
              <a:buNone/>
              <a:defRPr sz="1600">
                <a:solidFill>
                  <a:srgbClr val="E6E6E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
        <p:nvSpPr>
          <p:cNvPr id="43" name="Google Shape;43;p45"/>
          <p:cNvSpPr txBox="1"/>
          <p:nvPr>
            <p:ph idx="2" type="body"/>
          </p:nvPr>
        </p:nvSpPr>
        <p:spPr>
          <a:xfrm>
            <a:off x="0" y="5135034"/>
            <a:ext cx="6081184" cy="641351"/>
          </a:xfrm>
          <a:prstGeom prst="rect">
            <a:avLst/>
          </a:prstGeom>
          <a:noFill/>
          <a:ln>
            <a:noFill/>
          </a:ln>
        </p:spPr>
        <p:txBody>
          <a:bodyPr anchorCtr="0" anchor="t" bIns="45700" lIns="91425" spcFirstLastPara="1" rIns="91425" wrap="square" tIns="45700">
            <a:normAutofit/>
          </a:bodyPr>
          <a:lstStyle>
            <a:lvl1pPr indent="-228600" lvl="0" marL="457200" algn="l">
              <a:spcBef>
                <a:spcPts val="533"/>
              </a:spcBef>
              <a:spcAft>
                <a:spcPts val="0"/>
              </a:spcAft>
              <a:buClr>
                <a:srgbClr val="595959"/>
              </a:buClr>
              <a:buSzPts val="2667"/>
              <a:buNone/>
              <a:defRPr b="1" sz="2667">
                <a:solidFill>
                  <a:srgbClr val="595959"/>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45"/>
          <p:cNvSpPr txBox="1"/>
          <p:nvPr>
            <p:ph idx="3" type="body"/>
          </p:nvPr>
        </p:nvSpPr>
        <p:spPr>
          <a:xfrm>
            <a:off x="0" y="5746752"/>
            <a:ext cx="6081184" cy="1111249"/>
          </a:xfrm>
          <a:prstGeom prst="rect">
            <a:avLst/>
          </a:prstGeom>
          <a:noFill/>
          <a:ln>
            <a:noFill/>
          </a:ln>
        </p:spPr>
        <p:txBody>
          <a:bodyPr anchorCtr="0" anchor="t" bIns="45700" lIns="91425" spcFirstLastPara="1" rIns="91425" wrap="square" tIns="45700">
            <a:normAutofit/>
          </a:bodyPr>
          <a:lstStyle>
            <a:lvl1pPr indent="-228600" lvl="0" marL="457200" algn="l">
              <a:spcBef>
                <a:spcPts val="373"/>
              </a:spcBef>
              <a:spcAft>
                <a:spcPts val="0"/>
              </a:spcAft>
              <a:buClr>
                <a:srgbClr val="000090"/>
              </a:buClr>
              <a:buSzPts val="1867"/>
              <a:buNone/>
              <a:defRPr b="0" sz="1867">
                <a:solidFill>
                  <a:srgbClr val="000090"/>
                </a:solidFil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45"/>
          <p:cNvSpPr/>
          <p:nvPr>
            <p:ph idx="4" type="pic"/>
          </p:nvPr>
        </p:nvSpPr>
        <p:spPr>
          <a:xfrm>
            <a:off x="0" y="1"/>
            <a:ext cx="6096000" cy="5135033"/>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Bagian dengan Gambar">
  <p:cSld name="Header Bagian dengan Gambar">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46"/>
          <p:cNvSpPr txBox="1"/>
          <p:nvPr>
            <p:ph type="title"/>
          </p:nvPr>
        </p:nvSpPr>
        <p:spPr>
          <a:xfrm>
            <a:off x="4741621" y="378025"/>
            <a:ext cx="6569557" cy="1018739"/>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DCE6F2"/>
              </a:buClr>
              <a:buSzPts val="5867"/>
              <a:buFont typeface="Arial"/>
              <a:buNone/>
              <a:defRPr b="1" sz="5867" cap="none">
                <a:solidFill>
                  <a:srgbClr val="DCE6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6"/>
          <p:cNvSpPr txBox="1"/>
          <p:nvPr>
            <p:ph idx="1" type="body"/>
          </p:nvPr>
        </p:nvSpPr>
        <p:spPr>
          <a:xfrm>
            <a:off x="4741621" y="1431076"/>
            <a:ext cx="5117523" cy="446425"/>
          </a:xfrm>
          <a:prstGeom prst="rect">
            <a:avLst/>
          </a:prstGeom>
          <a:noFill/>
          <a:ln>
            <a:noFill/>
          </a:ln>
        </p:spPr>
        <p:txBody>
          <a:bodyPr anchorCtr="0" anchor="b" bIns="45700" lIns="91425" spcFirstLastPara="1" rIns="91425" wrap="square" tIns="45700">
            <a:normAutofit/>
          </a:bodyPr>
          <a:lstStyle>
            <a:lvl1pPr indent="-228600" lvl="0" marL="457200" algn="l">
              <a:spcBef>
                <a:spcPts val="427"/>
              </a:spcBef>
              <a:spcAft>
                <a:spcPts val="0"/>
              </a:spcAft>
              <a:buClr>
                <a:srgbClr val="FFFFFF"/>
              </a:buClr>
              <a:buSzPts val="2133"/>
              <a:buNone/>
              <a:defRPr sz="2133">
                <a:solidFill>
                  <a:srgbClr val="FFFFFF"/>
                </a:solidFill>
              </a:defRPr>
            </a:lvl1pPr>
            <a:lvl2pPr indent="-228600" lvl="1" marL="914400" algn="l">
              <a:spcBef>
                <a:spcPts val="480"/>
              </a:spcBef>
              <a:spcAft>
                <a:spcPts val="0"/>
              </a:spcAft>
              <a:buClr>
                <a:srgbClr val="888888"/>
              </a:buClr>
              <a:buSzPts val="2400"/>
              <a:buNone/>
              <a:defRPr sz="2400">
                <a:solidFill>
                  <a:srgbClr val="888888"/>
                </a:solidFill>
              </a:defRPr>
            </a:lvl2pPr>
            <a:lvl3pPr indent="-228600" lvl="2" marL="1371600" algn="l">
              <a:spcBef>
                <a:spcPts val="427"/>
              </a:spcBef>
              <a:spcAft>
                <a:spcPts val="0"/>
              </a:spcAft>
              <a:buClr>
                <a:srgbClr val="888888"/>
              </a:buClr>
              <a:buSzPts val="2133"/>
              <a:buNone/>
              <a:defRPr sz="2133">
                <a:solidFill>
                  <a:srgbClr val="888888"/>
                </a:solidFill>
              </a:defRPr>
            </a:lvl3pPr>
            <a:lvl4pPr indent="-228600" lvl="3" marL="1828800" algn="l">
              <a:spcBef>
                <a:spcPts val="373"/>
              </a:spcBef>
              <a:spcAft>
                <a:spcPts val="0"/>
              </a:spcAft>
              <a:buClr>
                <a:srgbClr val="888888"/>
              </a:buClr>
              <a:buSzPts val="1867"/>
              <a:buNone/>
              <a:defRPr sz="1867">
                <a:solidFill>
                  <a:srgbClr val="888888"/>
                </a:solidFill>
              </a:defRPr>
            </a:lvl4pPr>
            <a:lvl5pPr indent="-228600" lvl="4" marL="2286000" algn="l">
              <a:spcBef>
                <a:spcPts val="373"/>
              </a:spcBef>
              <a:spcAft>
                <a:spcPts val="0"/>
              </a:spcAft>
              <a:buClr>
                <a:srgbClr val="888888"/>
              </a:buClr>
              <a:buSzPts val="1867"/>
              <a:buNone/>
              <a:defRPr sz="1867">
                <a:solidFill>
                  <a:srgbClr val="888888"/>
                </a:solidFill>
              </a:defRPr>
            </a:lvl5pPr>
            <a:lvl6pPr indent="-228600" lvl="5" marL="2743200" algn="l">
              <a:spcBef>
                <a:spcPts val="373"/>
              </a:spcBef>
              <a:spcAft>
                <a:spcPts val="0"/>
              </a:spcAft>
              <a:buClr>
                <a:srgbClr val="888888"/>
              </a:buClr>
              <a:buSzPts val="1867"/>
              <a:buNone/>
              <a:defRPr sz="1867">
                <a:solidFill>
                  <a:srgbClr val="888888"/>
                </a:solidFill>
              </a:defRPr>
            </a:lvl6pPr>
            <a:lvl7pPr indent="-228600" lvl="6" marL="3200400" algn="l">
              <a:spcBef>
                <a:spcPts val="373"/>
              </a:spcBef>
              <a:spcAft>
                <a:spcPts val="0"/>
              </a:spcAft>
              <a:buClr>
                <a:srgbClr val="888888"/>
              </a:buClr>
              <a:buSzPts val="1867"/>
              <a:buNone/>
              <a:defRPr sz="1867">
                <a:solidFill>
                  <a:srgbClr val="888888"/>
                </a:solidFill>
              </a:defRPr>
            </a:lvl7pPr>
            <a:lvl8pPr indent="-228600" lvl="7" marL="3657600" algn="l">
              <a:spcBef>
                <a:spcPts val="373"/>
              </a:spcBef>
              <a:spcAft>
                <a:spcPts val="0"/>
              </a:spcAft>
              <a:buClr>
                <a:srgbClr val="888888"/>
              </a:buClr>
              <a:buSzPts val="1867"/>
              <a:buNone/>
              <a:defRPr sz="1867">
                <a:solidFill>
                  <a:srgbClr val="888888"/>
                </a:solidFill>
              </a:defRPr>
            </a:lvl8pPr>
            <a:lvl9pPr indent="-228600" lvl="8" marL="4114800" algn="l">
              <a:spcBef>
                <a:spcPts val="373"/>
              </a:spcBef>
              <a:spcAft>
                <a:spcPts val="0"/>
              </a:spcAft>
              <a:buClr>
                <a:srgbClr val="888888"/>
              </a:buClr>
              <a:buSzPts val="1867"/>
              <a:buNone/>
              <a:defRPr sz="1867">
                <a:solidFill>
                  <a:srgbClr val="888888"/>
                </a:solidFill>
              </a:defRPr>
            </a:lvl9pPr>
          </a:lstStyle>
          <a:p/>
        </p:txBody>
      </p:sp>
      <p:sp>
        <p:nvSpPr>
          <p:cNvPr id="49" name="Google Shape;49;p46"/>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6"/>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D8D8D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6"/>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
        <p:nvSpPr>
          <p:cNvPr id="52" name="Google Shape;52;p46"/>
          <p:cNvSpPr txBox="1"/>
          <p:nvPr>
            <p:ph idx="2" type="body"/>
          </p:nvPr>
        </p:nvSpPr>
        <p:spPr>
          <a:xfrm>
            <a:off x="2808279" y="136524"/>
            <a:ext cx="1933343" cy="1854801"/>
          </a:xfrm>
          <a:prstGeom prst="rect">
            <a:avLst/>
          </a:prstGeom>
          <a:noFill/>
          <a:ln>
            <a:noFill/>
          </a:ln>
        </p:spPr>
        <p:txBody>
          <a:bodyPr anchorCtr="0" anchor="t" bIns="45700" lIns="91425" spcFirstLastPara="1" rIns="91425" wrap="square" tIns="45700">
            <a:noAutofit/>
          </a:bodyPr>
          <a:lstStyle>
            <a:lvl1pPr indent="-228600" lvl="0" marL="457200" algn="l">
              <a:spcBef>
                <a:spcPts val="2133"/>
              </a:spcBef>
              <a:spcAft>
                <a:spcPts val="0"/>
              </a:spcAft>
              <a:buClr>
                <a:srgbClr val="558ED5"/>
              </a:buClr>
              <a:buSzPts val="10666"/>
              <a:buNone/>
              <a:defRPr b="1" sz="10666">
                <a:solidFill>
                  <a:srgbClr val="558ED5"/>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228600" lvl="4" marL="2286000" algn="l">
              <a:spcBef>
                <a:spcPts val="320"/>
              </a:spcBef>
              <a:spcAft>
                <a:spcPts val="0"/>
              </a:spcAft>
              <a:buClr>
                <a:schemeClr val="dk1"/>
              </a:buClr>
              <a:buSzPts val="1600"/>
              <a:buFont typeface="Arial"/>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3" name="Google Shape;53;p46"/>
          <p:cNvSpPr/>
          <p:nvPr>
            <p:ph idx="3" type="pic"/>
          </p:nvPr>
        </p:nvSpPr>
        <p:spPr>
          <a:xfrm>
            <a:off x="2808279" y="2236788"/>
            <a:ext cx="8502899" cy="3844925"/>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bandingan" type="twoTxTwoObj">
  <p:cSld name="TWO_OBJECTS_WITH_TEXT">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47"/>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0090"/>
              </a:buClr>
              <a:buSzPts val="4800"/>
              <a:buFont typeface="Arial"/>
              <a:buNone/>
              <a:defRPr b="1" sz="4800">
                <a:solidFill>
                  <a:srgbClr val="00009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7"/>
          <p:cNvSpPr txBox="1"/>
          <p:nvPr>
            <p:ph idx="1" type="body"/>
          </p:nvPr>
        </p:nvSpPr>
        <p:spPr>
          <a:xfrm>
            <a:off x="609600" y="1535113"/>
            <a:ext cx="5386917" cy="639763"/>
          </a:xfrm>
          <a:prstGeom prst="rect">
            <a:avLst/>
          </a:prstGeom>
          <a:noFill/>
          <a:ln>
            <a:noFill/>
          </a:ln>
        </p:spPr>
        <p:txBody>
          <a:bodyPr anchorCtr="0" anchor="b" bIns="45700" lIns="91425" spcFirstLastPara="1" rIns="91425" wrap="square" tIns="45700">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33"/>
              </a:spcBef>
              <a:spcAft>
                <a:spcPts val="0"/>
              </a:spcAft>
              <a:buClr>
                <a:schemeClr val="dk1"/>
              </a:buClr>
              <a:buSzPts val="2667"/>
              <a:buNone/>
              <a:defRPr b="1" sz="2667"/>
            </a:lvl2pPr>
            <a:lvl3pPr indent="-228600" lvl="2" marL="1371600" algn="l">
              <a:spcBef>
                <a:spcPts val="480"/>
              </a:spcBef>
              <a:spcAft>
                <a:spcPts val="0"/>
              </a:spcAft>
              <a:buClr>
                <a:schemeClr val="dk1"/>
              </a:buClr>
              <a:buSzPts val="2400"/>
              <a:buNone/>
              <a:defRPr b="1" sz="2400"/>
            </a:lvl3pPr>
            <a:lvl4pPr indent="-228600" lvl="3" marL="1828800" algn="l">
              <a:spcBef>
                <a:spcPts val="427"/>
              </a:spcBef>
              <a:spcAft>
                <a:spcPts val="0"/>
              </a:spcAft>
              <a:buClr>
                <a:schemeClr val="dk1"/>
              </a:buClr>
              <a:buSzPts val="2133"/>
              <a:buNone/>
              <a:defRPr b="1" sz="2133"/>
            </a:lvl4pPr>
            <a:lvl5pPr indent="-228600" lvl="4" marL="2286000" algn="l">
              <a:spcBef>
                <a:spcPts val="427"/>
              </a:spcBef>
              <a:spcAft>
                <a:spcPts val="0"/>
              </a:spcAft>
              <a:buClr>
                <a:schemeClr val="dk1"/>
              </a:buClr>
              <a:buSzPts val="2133"/>
              <a:buNone/>
              <a:defRPr b="1" sz="2133"/>
            </a:lvl5pPr>
            <a:lvl6pPr indent="-228600" lvl="5" marL="2743200" algn="l">
              <a:spcBef>
                <a:spcPts val="427"/>
              </a:spcBef>
              <a:spcAft>
                <a:spcPts val="0"/>
              </a:spcAft>
              <a:buClr>
                <a:schemeClr val="dk1"/>
              </a:buClr>
              <a:buSzPts val="2133"/>
              <a:buNone/>
              <a:defRPr b="1" sz="2133"/>
            </a:lvl6pPr>
            <a:lvl7pPr indent="-228600" lvl="6" marL="3200400" algn="l">
              <a:spcBef>
                <a:spcPts val="427"/>
              </a:spcBef>
              <a:spcAft>
                <a:spcPts val="0"/>
              </a:spcAft>
              <a:buClr>
                <a:schemeClr val="dk1"/>
              </a:buClr>
              <a:buSzPts val="2133"/>
              <a:buNone/>
              <a:defRPr b="1" sz="2133"/>
            </a:lvl7pPr>
            <a:lvl8pPr indent="-228600" lvl="7" marL="3657600" algn="l">
              <a:spcBef>
                <a:spcPts val="427"/>
              </a:spcBef>
              <a:spcAft>
                <a:spcPts val="0"/>
              </a:spcAft>
              <a:buClr>
                <a:schemeClr val="dk1"/>
              </a:buClr>
              <a:buSzPts val="2133"/>
              <a:buNone/>
              <a:defRPr b="1" sz="2133"/>
            </a:lvl8pPr>
            <a:lvl9pPr indent="-228600" lvl="8" marL="4114800" algn="l">
              <a:spcBef>
                <a:spcPts val="427"/>
              </a:spcBef>
              <a:spcAft>
                <a:spcPts val="0"/>
              </a:spcAft>
              <a:buClr>
                <a:schemeClr val="dk1"/>
              </a:buClr>
              <a:buSzPts val="2133"/>
              <a:buNone/>
              <a:defRPr b="1" sz="2133"/>
            </a:lvl9pPr>
          </a:lstStyle>
          <a:p/>
        </p:txBody>
      </p:sp>
      <p:sp>
        <p:nvSpPr>
          <p:cNvPr id="57" name="Google Shape;57;p47"/>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Clr>
                <a:schemeClr val="dk1"/>
              </a:buClr>
              <a:buSzPts val="2667"/>
              <a:buChar char="•"/>
              <a:defRPr sz="2667"/>
            </a:lvl1pPr>
            <a:lvl2pPr indent="-381000" lvl="1" marL="914400" algn="l">
              <a:spcBef>
                <a:spcPts val="480"/>
              </a:spcBef>
              <a:spcAft>
                <a:spcPts val="0"/>
              </a:spcAft>
              <a:buClr>
                <a:schemeClr val="dk1"/>
              </a:buClr>
              <a:buSzPts val="2400"/>
              <a:buChar char="–"/>
              <a:defRPr sz="2400"/>
            </a:lvl2pPr>
            <a:lvl3pPr indent="-364045" lvl="2" marL="1371600" algn="l">
              <a:spcBef>
                <a:spcPts val="427"/>
              </a:spcBef>
              <a:spcAft>
                <a:spcPts val="0"/>
              </a:spcAft>
              <a:buClr>
                <a:schemeClr val="dk1"/>
              </a:buClr>
              <a:buSzPts val="2133"/>
              <a:buChar char="•"/>
              <a:defRPr sz="2133"/>
            </a:lvl3pPr>
            <a:lvl4pPr indent="-347154" lvl="3" marL="1828800" algn="l">
              <a:spcBef>
                <a:spcPts val="373"/>
              </a:spcBef>
              <a:spcAft>
                <a:spcPts val="0"/>
              </a:spcAft>
              <a:buClr>
                <a:schemeClr val="dk1"/>
              </a:buClr>
              <a:buSzPts val="1867"/>
              <a:buChar char="–"/>
              <a:defRPr sz="1867"/>
            </a:lvl4pPr>
            <a:lvl5pPr indent="-330200" lvl="4" marL="2286000" algn="l">
              <a:spcBef>
                <a:spcPts val="320"/>
              </a:spcBef>
              <a:spcAft>
                <a:spcPts val="0"/>
              </a:spcAft>
              <a:buClr>
                <a:schemeClr val="dk1"/>
              </a:buClr>
              <a:buSzPts val="1600"/>
              <a:buChar char="»"/>
              <a:defRPr sz="1600"/>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58" name="Google Shape;58;p47"/>
          <p:cNvSpPr txBox="1"/>
          <p:nvPr>
            <p:ph idx="3" type="body"/>
          </p:nvPr>
        </p:nvSpPr>
        <p:spPr>
          <a:xfrm>
            <a:off x="6193369" y="1535113"/>
            <a:ext cx="5389033" cy="639763"/>
          </a:xfrm>
          <a:prstGeom prst="rect">
            <a:avLst/>
          </a:prstGeom>
          <a:noFill/>
          <a:ln>
            <a:noFill/>
          </a:ln>
        </p:spPr>
        <p:txBody>
          <a:bodyPr anchorCtr="0" anchor="b" bIns="45700" lIns="91425" spcFirstLastPara="1" rIns="91425" wrap="square" tIns="45700">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33"/>
              </a:spcBef>
              <a:spcAft>
                <a:spcPts val="0"/>
              </a:spcAft>
              <a:buClr>
                <a:schemeClr val="dk1"/>
              </a:buClr>
              <a:buSzPts val="2667"/>
              <a:buNone/>
              <a:defRPr b="1" sz="2667"/>
            </a:lvl2pPr>
            <a:lvl3pPr indent="-228600" lvl="2" marL="1371600" algn="l">
              <a:spcBef>
                <a:spcPts val="480"/>
              </a:spcBef>
              <a:spcAft>
                <a:spcPts val="0"/>
              </a:spcAft>
              <a:buClr>
                <a:schemeClr val="dk1"/>
              </a:buClr>
              <a:buSzPts val="2400"/>
              <a:buNone/>
              <a:defRPr b="1" sz="2400"/>
            </a:lvl3pPr>
            <a:lvl4pPr indent="-228600" lvl="3" marL="1828800" algn="l">
              <a:spcBef>
                <a:spcPts val="427"/>
              </a:spcBef>
              <a:spcAft>
                <a:spcPts val="0"/>
              </a:spcAft>
              <a:buClr>
                <a:schemeClr val="dk1"/>
              </a:buClr>
              <a:buSzPts val="2133"/>
              <a:buNone/>
              <a:defRPr b="1" sz="2133"/>
            </a:lvl4pPr>
            <a:lvl5pPr indent="-228600" lvl="4" marL="2286000" algn="l">
              <a:spcBef>
                <a:spcPts val="427"/>
              </a:spcBef>
              <a:spcAft>
                <a:spcPts val="0"/>
              </a:spcAft>
              <a:buClr>
                <a:schemeClr val="dk1"/>
              </a:buClr>
              <a:buSzPts val="2133"/>
              <a:buNone/>
              <a:defRPr b="1" sz="2133"/>
            </a:lvl5pPr>
            <a:lvl6pPr indent="-228600" lvl="5" marL="2743200" algn="l">
              <a:spcBef>
                <a:spcPts val="427"/>
              </a:spcBef>
              <a:spcAft>
                <a:spcPts val="0"/>
              </a:spcAft>
              <a:buClr>
                <a:schemeClr val="dk1"/>
              </a:buClr>
              <a:buSzPts val="2133"/>
              <a:buNone/>
              <a:defRPr b="1" sz="2133"/>
            </a:lvl6pPr>
            <a:lvl7pPr indent="-228600" lvl="6" marL="3200400" algn="l">
              <a:spcBef>
                <a:spcPts val="427"/>
              </a:spcBef>
              <a:spcAft>
                <a:spcPts val="0"/>
              </a:spcAft>
              <a:buClr>
                <a:schemeClr val="dk1"/>
              </a:buClr>
              <a:buSzPts val="2133"/>
              <a:buNone/>
              <a:defRPr b="1" sz="2133"/>
            </a:lvl7pPr>
            <a:lvl8pPr indent="-228600" lvl="7" marL="3657600" algn="l">
              <a:spcBef>
                <a:spcPts val="427"/>
              </a:spcBef>
              <a:spcAft>
                <a:spcPts val="0"/>
              </a:spcAft>
              <a:buClr>
                <a:schemeClr val="dk1"/>
              </a:buClr>
              <a:buSzPts val="2133"/>
              <a:buNone/>
              <a:defRPr b="1" sz="2133"/>
            </a:lvl8pPr>
            <a:lvl9pPr indent="-228600" lvl="8" marL="4114800" algn="l">
              <a:spcBef>
                <a:spcPts val="427"/>
              </a:spcBef>
              <a:spcAft>
                <a:spcPts val="0"/>
              </a:spcAft>
              <a:buClr>
                <a:schemeClr val="dk1"/>
              </a:buClr>
              <a:buSzPts val="2133"/>
              <a:buNone/>
              <a:defRPr b="1" sz="2133"/>
            </a:lvl9pPr>
          </a:lstStyle>
          <a:p/>
        </p:txBody>
      </p:sp>
      <p:sp>
        <p:nvSpPr>
          <p:cNvPr id="59" name="Google Shape;59;p47"/>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Clr>
                <a:schemeClr val="dk1"/>
              </a:buClr>
              <a:buSzPts val="2667"/>
              <a:buChar char="•"/>
              <a:defRPr sz="2667"/>
            </a:lvl1pPr>
            <a:lvl2pPr indent="-381000" lvl="1" marL="914400" algn="l">
              <a:spcBef>
                <a:spcPts val="480"/>
              </a:spcBef>
              <a:spcAft>
                <a:spcPts val="0"/>
              </a:spcAft>
              <a:buClr>
                <a:schemeClr val="dk1"/>
              </a:buClr>
              <a:buSzPts val="2400"/>
              <a:buChar char="–"/>
              <a:defRPr sz="2400"/>
            </a:lvl2pPr>
            <a:lvl3pPr indent="-364045" lvl="2" marL="1371600" algn="l">
              <a:spcBef>
                <a:spcPts val="427"/>
              </a:spcBef>
              <a:spcAft>
                <a:spcPts val="0"/>
              </a:spcAft>
              <a:buClr>
                <a:schemeClr val="dk1"/>
              </a:buClr>
              <a:buSzPts val="2133"/>
              <a:buChar char="•"/>
              <a:defRPr sz="2133"/>
            </a:lvl3pPr>
            <a:lvl4pPr indent="-347154" lvl="3" marL="1828800" algn="l">
              <a:spcBef>
                <a:spcPts val="373"/>
              </a:spcBef>
              <a:spcAft>
                <a:spcPts val="0"/>
              </a:spcAft>
              <a:buClr>
                <a:schemeClr val="dk1"/>
              </a:buClr>
              <a:buSzPts val="1867"/>
              <a:buChar char="–"/>
              <a:defRPr sz="1867"/>
            </a:lvl4pPr>
            <a:lvl5pPr indent="-330200" lvl="4" marL="2286000" algn="l">
              <a:spcBef>
                <a:spcPts val="320"/>
              </a:spcBef>
              <a:spcAft>
                <a:spcPts val="0"/>
              </a:spcAft>
              <a:buClr>
                <a:schemeClr val="dk1"/>
              </a:buClr>
              <a:buSzPts val="1600"/>
              <a:buChar char="»"/>
              <a:defRPr sz="1600"/>
            </a:lvl5pPr>
            <a:lvl6pPr indent="-364045" lvl="5" marL="2743200" algn="l">
              <a:spcBef>
                <a:spcPts val="427"/>
              </a:spcBef>
              <a:spcAft>
                <a:spcPts val="0"/>
              </a:spcAft>
              <a:buClr>
                <a:schemeClr val="dk1"/>
              </a:buClr>
              <a:buSzPts val="2133"/>
              <a:buChar char="•"/>
              <a:defRPr sz="2133"/>
            </a:lvl6pPr>
            <a:lvl7pPr indent="-364045" lvl="6" marL="3200400" algn="l">
              <a:spcBef>
                <a:spcPts val="427"/>
              </a:spcBef>
              <a:spcAft>
                <a:spcPts val="0"/>
              </a:spcAft>
              <a:buClr>
                <a:schemeClr val="dk1"/>
              </a:buClr>
              <a:buSzPts val="2133"/>
              <a:buChar char="•"/>
              <a:defRPr sz="2133"/>
            </a:lvl7pPr>
            <a:lvl8pPr indent="-364045" lvl="7" marL="3657600" algn="l">
              <a:spcBef>
                <a:spcPts val="427"/>
              </a:spcBef>
              <a:spcAft>
                <a:spcPts val="0"/>
              </a:spcAft>
              <a:buClr>
                <a:schemeClr val="dk1"/>
              </a:buClr>
              <a:buSzPts val="2133"/>
              <a:buChar char="•"/>
              <a:defRPr sz="2133"/>
            </a:lvl8pPr>
            <a:lvl9pPr indent="-364045" lvl="8" marL="4114800" algn="l">
              <a:spcBef>
                <a:spcPts val="427"/>
              </a:spcBef>
              <a:spcAft>
                <a:spcPts val="0"/>
              </a:spcAft>
              <a:buClr>
                <a:schemeClr val="dk1"/>
              </a:buClr>
              <a:buSzPts val="2133"/>
              <a:buChar char="•"/>
              <a:defRPr sz="2133"/>
            </a:lvl9pPr>
          </a:lstStyle>
          <a:p/>
        </p:txBody>
      </p:sp>
      <p:sp>
        <p:nvSpPr>
          <p:cNvPr id="60" name="Google Shape;60;p47"/>
          <p:cNvSpPr txBox="1"/>
          <p:nvPr>
            <p:ph idx="10" type="dt"/>
          </p:nvPr>
        </p:nvSpPr>
        <p:spPr>
          <a:xfrm>
            <a:off x="609600" y="6218236"/>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7"/>
          <p:cNvSpPr txBox="1"/>
          <p:nvPr>
            <p:ph idx="11" type="ftr"/>
          </p:nvPr>
        </p:nvSpPr>
        <p:spPr>
          <a:xfrm>
            <a:off x="4165600" y="6218236"/>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7"/>
          <p:cNvSpPr txBox="1"/>
          <p:nvPr>
            <p:ph idx="12" type="sldNum"/>
          </p:nvPr>
        </p:nvSpPr>
        <p:spPr>
          <a:xfrm>
            <a:off x="8737600" y="6218236"/>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dul Saja" type="titleOnly">
  <p:cSld name="TITLE_ONLY">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48"/>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00090"/>
              </a:buClr>
              <a:buSzPts val="4800"/>
              <a:buFont typeface="Arial"/>
              <a:buNone/>
              <a:defRPr b="1" sz="4800">
                <a:solidFill>
                  <a:srgbClr val="00009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48"/>
          <p:cNvSpPr txBox="1"/>
          <p:nvPr>
            <p:ph idx="10" type="dt"/>
          </p:nvPr>
        </p:nvSpPr>
        <p:spPr>
          <a:xfrm>
            <a:off x="609600" y="6218236"/>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8"/>
          <p:cNvSpPr txBox="1"/>
          <p:nvPr>
            <p:ph idx="11" type="ftr"/>
          </p:nvPr>
        </p:nvSpPr>
        <p:spPr>
          <a:xfrm>
            <a:off x="4165600" y="6218236"/>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8"/>
          <p:cNvSpPr txBox="1"/>
          <p:nvPr>
            <p:ph idx="12" type="sldNum"/>
          </p:nvPr>
        </p:nvSpPr>
        <p:spPr>
          <a:xfrm>
            <a:off x="8737600" y="6218236"/>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osong" type="blank">
  <p:cSld name="BLANK">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49"/>
          <p:cNvSpPr txBox="1"/>
          <p:nvPr>
            <p:ph idx="10" type="dt"/>
          </p:nvPr>
        </p:nvSpPr>
        <p:spPr>
          <a:xfrm>
            <a:off x="609600" y="611430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9"/>
          <p:cNvSpPr txBox="1"/>
          <p:nvPr>
            <p:ph idx="11" type="ftr"/>
          </p:nvPr>
        </p:nvSpPr>
        <p:spPr>
          <a:xfrm>
            <a:off x="4165600" y="611430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9"/>
          <p:cNvSpPr txBox="1"/>
          <p:nvPr>
            <p:ph idx="12" type="sldNum"/>
          </p:nvPr>
        </p:nvSpPr>
        <p:spPr>
          <a:xfrm>
            <a:off x="8737600" y="611430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onten dengan Keterangan" type="objTx">
  <p:cSld name="OBJECT_WITH_CAPTION_TEXT">
    <p:bg>
      <p:bgPr>
        <a:blipFill>
          <a:blip r:embed="rId2">
            <a:alphaModFix/>
          </a:blip>
          <a:stretch>
            <a:fillRect/>
          </a:stretch>
        </a:blipFill>
      </p:bgPr>
    </p:bg>
    <p:spTree>
      <p:nvGrpSpPr>
        <p:cNvPr id="72" name="Shape 72"/>
        <p:cNvGrpSpPr/>
        <p:nvPr/>
      </p:nvGrpSpPr>
      <p:grpSpPr>
        <a:xfrm>
          <a:off x="0" y="0"/>
          <a:ext cx="0" cy="0"/>
          <a:chOff x="0" y="0"/>
          <a:chExt cx="0" cy="0"/>
        </a:xfrm>
      </p:grpSpPr>
      <p:sp>
        <p:nvSpPr>
          <p:cNvPr id="73" name="Google Shape;73;p50"/>
          <p:cNvSpPr txBox="1"/>
          <p:nvPr>
            <p:ph type="title"/>
          </p:nvPr>
        </p:nvSpPr>
        <p:spPr>
          <a:xfrm>
            <a:off x="609602" y="273049"/>
            <a:ext cx="4011084" cy="116205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0090"/>
              </a:buClr>
              <a:buSzPts val="4800"/>
              <a:buFont typeface="Arial"/>
              <a:buNone/>
              <a:defRPr b="1" sz="4800">
                <a:solidFill>
                  <a:srgbClr val="00009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0"/>
          <p:cNvSpPr txBox="1"/>
          <p:nvPr>
            <p:ph idx="1" type="body"/>
          </p:nvPr>
        </p:nvSpPr>
        <p:spPr>
          <a:xfrm>
            <a:off x="4766733" y="699247"/>
            <a:ext cx="6815667" cy="5426917"/>
          </a:xfrm>
          <a:prstGeom prst="rect">
            <a:avLst/>
          </a:prstGeom>
          <a:noFill/>
          <a:ln>
            <a:noFill/>
          </a:ln>
        </p:spPr>
        <p:txBody>
          <a:bodyPr anchorCtr="0" anchor="t" bIns="45700" lIns="91425" spcFirstLastPara="1" rIns="91425" wrap="square" tIns="45700">
            <a:normAutofit/>
          </a:bodyPr>
          <a:lstStyle>
            <a:lvl1pPr indent="-397954" lvl="0" marL="457200" algn="l">
              <a:spcBef>
                <a:spcPts val="533"/>
              </a:spcBef>
              <a:spcAft>
                <a:spcPts val="0"/>
              </a:spcAft>
              <a:buClr>
                <a:schemeClr val="dk1"/>
              </a:buClr>
              <a:buSzPts val="2667"/>
              <a:buChar char="•"/>
              <a:defRPr sz="2667"/>
            </a:lvl1pPr>
            <a:lvl2pPr indent="-381000" lvl="1" marL="914400" algn="l">
              <a:spcBef>
                <a:spcPts val="480"/>
              </a:spcBef>
              <a:spcAft>
                <a:spcPts val="0"/>
              </a:spcAft>
              <a:buClr>
                <a:schemeClr val="dk1"/>
              </a:buClr>
              <a:buSzPts val="2400"/>
              <a:buChar char="–"/>
              <a:defRPr sz="2400"/>
            </a:lvl2pPr>
            <a:lvl3pPr indent="-364045" lvl="2" marL="1371600" algn="l">
              <a:spcBef>
                <a:spcPts val="427"/>
              </a:spcBef>
              <a:spcAft>
                <a:spcPts val="0"/>
              </a:spcAft>
              <a:buClr>
                <a:schemeClr val="dk1"/>
              </a:buClr>
              <a:buSzPts val="2133"/>
              <a:buChar char="•"/>
              <a:defRPr sz="2133"/>
            </a:lvl3pPr>
            <a:lvl4pPr indent="-347154" lvl="3" marL="1828800" algn="l">
              <a:spcBef>
                <a:spcPts val="373"/>
              </a:spcBef>
              <a:spcAft>
                <a:spcPts val="0"/>
              </a:spcAft>
              <a:buClr>
                <a:schemeClr val="dk1"/>
              </a:buClr>
              <a:buSzPts val="1867"/>
              <a:buChar char="–"/>
              <a:defRPr sz="1867"/>
            </a:lvl4pPr>
            <a:lvl5pPr indent="-330200" lvl="4" marL="2286000" algn="l">
              <a:spcBef>
                <a:spcPts val="320"/>
              </a:spcBef>
              <a:spcAft>
                <a:spcPts val="0"/>
              </a:spcAft>
              <a:buClr>
                <a:schemeClr val="dk1"/>
              </a:buClr>
              <a:buSzPts val="1600"/>
              <a:buChar char="»"/>
              <a:defRPr sz="1600"/>
            </a:lvl5pPr>
            <a:lvl6pPr indent="-397954" lvl="5" marL="2743200" algn="l">
              <a:spcBef>
                <a:spcPts val="533"/>
              </a:spcBef>
              <a:spcAft>
                <a:spcPts val="0"/>
              </a:spcAft>
              <a:buClr>
                <a:schemeClr val="dk1"/>
              </a:buClr>
              <a:buSzPts val="2667"/>
              <a:buChar char="•"/>
              <a:defRPr sz="2667"/>
            </a:lvl6pPr>
            <a:lvl7pPr indent="-397954" lvl="6" marL="3200400" algn="l">
              <a:spcBef>
                <a:spcPts val="533"/>
              </a:spcBef>
              <a:spcAft>
                <a:spcPts val="0"/>
              </a:spcAft>
              <a:buClr>
                <a:schemeClr val="dk1"/>
              </a:buClr>
              <a:buSzPts val="2667"/>
              <a:buChar char="•"/>
              <a:defRPr sz="2667"/>
            </a:lvl7pPr>
            <a:lvl8pPr indent="-397954" lvl="7" marL="3657600" algn="l">
              <a:spcBef>
                <a:spcPts val="533"/>
              </a:spcBef>
              <a:spcAft>
                <a:spcPts val="0"/>
              </a:spcAft>
              <a:buClr>
                <a:schemeClr val="dk1"/>
              </a:buClr>
              <a:buSzPts val="2667"/>
              <a:buChar char="•"/>
              <a:defRPr sz="2667"/>
            </a:lvl8pPr>
            <a:lvl9pPr indent="-397954" lvl="8" marL="4114800" algn="l">
              <a:spcBef>
                <a:spcPts val="533"/>
              </a:spcBef>
              <a:spcAft>
                <a:spcPts val="0"/>
              </a:spcAft>
              <a:buClr>
                <a:schemeClr val="dk1"/>
              </a:buClr>
              <a:buSzPts val="2667"/>
              <a:buChar char="•"/>
              <a:defRPr sz="2667"/>
            </a:lvl9pPr>
          </a:lstStyle>
          <a:p/>
        </p:txBody>
      </p:sp>
      <p:sp>
        <p:nvSpPr>
          <p:cNvPr id="75" name="Google Shape;75;p50"/>
          <p:cNvSpPr txBox="1"/>
          <p:nvPr>
            <p:ph idx="2" type="body"/>
          </p:nvPr>
        </p:nvSpPr>
        <p:spPr>
          <a:xfrm>
            <a:off x="609602" y="1435102"/>
            <a:ext cx="4011084"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373"/>
              </a:spcBef>
              <a:spcAft>
                <a:spcPts val="0"/>
              </a:spcAft>
              <a:buClr>
                <a:schemeClr val="dk1"/>
              </a:buClr>
              <a:buSzPts val="1867"/>
              <a:buNone/>
              <a:defRPr sz="1867"/>
            </a:lvl1pPr>
            <a:lvl2pPr indent="-228600" lvl="1" marL="914400" algn="l">
              <a:spcBef>
                <a:spcPts val="320"/>
              </a:spcBef>
              <a:spcAft>
                <a:spcPts val="0"/>
              </a:spcAft>
              <a:buClr>
                <a:schemeClr val="dk1"/>
              </a:buClr>
              <a:buSzPts val="1600"/>
              <a:buNone/>
              <a:defRPr sz="1600"/>
            </a:lvl2pPr>
            <a:lvl3pPr indent="-228600" lvl="2" marL="1371600" algn="l">
              <a:spcBef>
                <a:spcPts val="267"/>
              </a:spcBef>
              <a:spcAft>
                <a:spcPts val="0"/>
              </a:spcAft>
              <a:buClr>
                <a:schemeClr val="dk1"/>
              </a:buClr>
              <a:buSzPts val="1333"/>
              <a:buNone/>
              <a:defRPr sz="1333"/>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76" name="Google Shape;76;p50"/>
          <p:cNvSpPr txBox="1"/>
          <p:nvPr>
            <p:ph idx="10" type="dt"/>
          </p:nvPr>
        </p:nvSpPr>
        <p:spPr>
          <a:xfrm>
            <a:off x="609600" y="6219826"/>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0"/>
          <p:cNvSpPr txBox="1"/>
          <p:nvPr>
            <p:ph idx="11" type="ftr"/>
          </p:nvPr>
        </p:nvSpPr>
        <p:spPr>
          <a:xfrm>
            <a:off x="4165600" y="6219826"/>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0"/>
          <p:cNvSpPr txBox="1"/>
          <p:nvPr>
            <p:ph idx="12" type="sldNum"/>
          </p:nvPr>
        </p:nvSpPr>
        <p:spPr>
          <a:xfrm>
            <a:off x="8737600" y="6219826"/>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600">
                <a:solidFill>
                  <a:srgbClr val="D8D8D8"/>
                </a:solidFill>
                <a:latin typeface="Arial"/>
                <a:ea typeface="Arial"/>
                <a:cs typeface="Arial"/>
                <a:sym typeface="Arial"/>
              </a:defRPr>
            </a:lvl1pPr>
            <a:lvl2pPr indent="0" lvl="1" marL="0" algn="r">
              <a:spcBef>
                <a:spcPts val="0"/>
              </a:spcBef>
              <a:buNone/>
              <a:defRPr sz="1600">
                <a:solidFill>
                  <a:srgbClr val="D8D8D8"/>
                </a:solidFill>
                <a:latin typeface="Arial"/>
                <a:ea typeface="Arial"/>
                <a:cs typeface="Arial"/>
                <a:sym typeface="Arial"/>
              </a:defRPr>
            </a:lvl2pPr>
            <a:lvl3pPr indent="0" lvl="2" marL="0" algn="r">
              <a:spcBef>
                <a:spcPts val="0"/>
              </a:spcBef>
              <a:buNone/>
              <a:defRPr sz="1600">
                <a:solidFill>
                  <a:srgbClr val="D8D8D8"/>
                </a:solidFill>
                <a:latin typeface="Arial"/>
                <a:ea typeface="Arial"/>
                <a:cs typeface="Arial"/>
                <a:sym typeface="Arial"/>
              </a:defRPr>
            </a:lvl3pPr>
            <a:lvl4pPr indent="0" lvl="3" marL="0" algn="r">
              <a:spcBef>
                <a:spcPts val="0"/>
              </a:spcBef>
              <a:buNone/>
              <a:defRPr sz="1600">
                <a:solidFill>
                  <a:srgbClr val="D8D8D8"/>
                </a:solidFill>
                <a:latin typeface="Arial"/>
                <a:ea typeface="Arial"/>
                <a:cs typeface="Arial"/>
                <a:sym typeface="Arial"/>
              </a:defRPr>
            </a:lvl4pPr>
            <a:lvl5pPr indent="0" lvl="4" marL="0" algn="r">
              <a:spcBef>
                <a:spcPts val="0"/>
              </a:spcBef>
              <a:buNone/>
              <a:defRPr sz="1600">
                <a:solidFill>
                  <a:srgbClr val="D8D8D8"/>
                </a:solidFill>
                <a:latin typeface="Arial"/>
                <a:ea typeface="Arial"/>
                <a:cs typeface="Arial"/>
                <a:sym typeface="Arial"/>
              </a:defRPr>
            </a:lvl5pPr>
            <a:lvl6pPr indent="0" lvl="5" marL="0" algn="r">
              <a:spcBef>
                <a:spcPts val="0"/>
              </a:spcBef>
              <a:buNone/>
              <a:defRPr sz="1600">
                <a:solidFill>
                  <a:srgbClr val="D8D8D8"/>
                </a:solidFill>
                <a:latin typeface="Arial"/>
                <a:ea typeface="Arial"/>
                <a:cs typeface="Arial"/>
                <a:sym typeface="Arial"/>
              </a:defRPr>
            </a:lvl6pPr>
            <a:lvl7pPr indent="0" lvl="6" marL="0" algn="r">
              <a:spcBef>
                <a:spcPts val="0"/>
              </a:spcBef>
              <a:buNone/>
              <a:defRPr sz="1600">
                <a:solidFill>
                  <a:srgbClr val="D8D8D8"/>
                </a:solidFill>
                <a:latin typeface="Arial"/>
                <a:ea typeface="Arial"/>
                <a:cs typeface="Arial"/>
                <a:sym typeface="Arial"/>
              </a:defRPr>
            </a:lvl7pPr>
            <a:lvl8pPr indent="0" lvl="7" marL="0" algn="r">
              <a:spcBef>
                <a:spcPts val="0"/>
              </a:spcBef>
              <a:buNone/>
              <a:defRPr sz="1600">
                <a:solidFill>
                  <a:srgbClr val="D8D8D8"/>
                </a:solidFill>
                <a:latin typeface="Arial"/>
                <a:ea typeface="Arial"/>
                <a:cs typeface="Arial"/>
                <a:sym typeface="Arial"/>
              </a:defRPr>
            </a:lvl8pPr>
            <a:lvl9pPr indent="0" lvl="8" marL="0" algn="r">
              <a:spcBef>
                <a:spcPts val="0"/>
              </a:spcBef>
              <a:buNone/>
              <a:defRPr sz="1600">
                <a:solidFill>
                  <a:srgbClr val="D8D8D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dul dan Teks Vertikal" type="vertTx">
  <p:cSld name="VERTICAL_TEXT">
    <p:spTree>
      <p:nvGrpSpPr>
        <p:cNvPr id="79" name="Shape 79"/>
        <p:cNvGrpSpPr/>
        <p:nvPr/>
      </p:nvGrpSpPr>
      <p:grpSpPr>
        <a:xfrm>
          <a:off x="0" y="0"/>
          <a:ext cx="0" cy="0"/>
          <a:chOff x="0" y="0"/>
          <a:chExt cx="0" cy="0"/>
        </a:xfrm>
      </p:grpSpPr>
      <p:sp>
        <p:nvSpPr>
          <p:cNvPr id="80" name="Google Shape;80;p51"/>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009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51"/>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51"/>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1"/>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1"/>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dul Vertikal dan Teks" type="vertTitleAndTx">
  <p:cSld name="VERTICAL_TITLE_AND_VERTICAL_TEXT">
    <p:spTree>
      <p:nvGrpSpPr>
        <p:cNvPr id="85" name="Shape 85"/>
        <p:cNvGrpSpPr/>
        <p:nvPr/>
      </p:nvGrpSpPr>
      <p:grpSpPr>
        <a:xfrm>
          <a:off x="0" y="0"/>
          <a:ext cx="0" cy="0"/>
          <a:chOff x="0" y="0"/>
          <a:chExt cx="0" cy="0"/>
        </a:xfrm>
      </p:grpSpPr>
      <p:sp>
        <p:nvSpPr>
          <p:cNvPr id="86" name="Google Shape;86;p52"/>
          <p:cNvSpPr txBox="1"/>
          <p:nvPr>
            <p:ph type="title"/>
          </p:nvPr>
        </p:nvSpPr>
        <p:spPr>
          <a:xfrm rot="5400000">
            <a:off x="7285038" y="1828802"/>
            <a:ext cx="5851525" cy="27432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009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52"/>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52"/>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2"/>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2"/>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utipan dengan Keterangan" showMasterSp="0">
  <p:cSld name="Kutipan dengan Keterangan">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53"/>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0090"/>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53"/>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80"/>
              </a:spcBef>
              <a:spcAft>
                <a:spcPts val="0"/>
              </a:spcAft>
              <a:buClr>
                <a:schemeClr val="dk1"/>
              </a:buClr>
              <a:buSzPts val="1400"/>
              <a:buNone/>
              <a:defRPr sz="1400"/>
            </a:lvl2pPr>
            <a:lvl3pPr indent="-228600" lvl="2" marL="1371600" algn="l">
              <a:spcBef>
                <a:spcPts val="240"/>
              </a:spcBef>
              <a:spcAft>
                <a:spcPts val="0"/>
              </a:spcAft>
              <a:buClr>
                <a:schemeClr val="dk1"/>
              </a:buClr>
              <a:buSzPts val="1200"/>
              <a:buNone/>
              <a:defRPr sz="12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94" name="Google Shape;94;p53"/>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spcBef>
                <a:spcPts val="320"/>
              </a:spcBef>
              <a:spcAft>
                <a:spcPts val="0"/>
              </a:spcAft>
              <a:buClr>
                <a:schemeClr val="dk1"/>
              </a:buClr>
              <a:buSzPts val="1600"/>
              <a:buNone/>
              <a:defRPr sz="1600"/>
            </a:lvl1pPr>
            <a:lvl2pPr indent="-228600" lvl="1" marL="914400" algn="l">
              <a:spcBef>
                <a:spcPts val="280"/>
              </a:spcBef>
              <a:spcAft>
                <a:spcPts val="0"/>
              </a:spcAft>
              <a:buClr>
                <a:schemeClr val="dk1"/>
              </a:buClr>
              <a:buSzPts val="1400"/>
              <a:buNone/>
              <a:defRPr sz="1400"/>
            </a:lvl2pPr>
            <a:lvl3pPr indent="-228600" lvl="2" marL="1371600" algn="l">
              <a:spcBef>
                <a:spcPts val="240"/>
              </a:spcBef>
              <a:spcAft>
                <a:spcPts val="0"/>
              </a:spcAft>
              <a:buClr>
                <a:schemeClr val="dk1"/>
              </a:buClr>
              <a:buSzPts val="1200"/>
              <a:buNone/>
              <a:defRPr sz="12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95" name="Google Shape;95;p53"/>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3"/>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53"/>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Judul" type="title">
  <p:cSld name="TITLE">
    <p:spTree>
      <p:nvGrpSpPr>
        <p:cNvPr id="98" name="Shape 98"/>
        <p:cNvGrpSpPr/>
        <p:nvPr/>
      </p:nvGrpSpPr>
      <p:grpSpPr>
        <a:xfrm>
          <a:off x="0" y="0"/>
          <a:ext cx="0" cy="0"/>
          <a:chOff x="0" y="0"/>
          <a:chExt cx="0" cy="0"/>
        </a:xfrm>
      </p:grpSpPr>
      <p:sp>
        <p:nvSpPr>
          <p:cNvPr id="99" name="Google Shape;99;p5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000090"/>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5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spcBef>
                <a:spcPts val="480"/>
              </a:spcBef>
              <a:spcAft>
                <a:spcPts val="0"/>
              </a:spcAft>
              <a:buClr>
                <a:schemeClr val="dk1"/>
              </a:buClr>
              <a:buSzPts val="2400"/>
              <a:buNone/>
              <a:defRPr sz="2400"/>
            </a:lvl1pPr>
            <a:lvl2pPr lvl="1" algn="ctr">
              <a:spcBef>
                <a:spcPts val="400"/>
              </a:spcBef>
              <a:spcAft>
                <a:spcPts val="0"/>
              </a:spcAft>
              <a:buClr>
                <a:schemeClr val="dk1"/>
              </a:buClr>
              <a:buSzPts val="2000"/>
              <a:buNone/>
              <a:defRPr sz="2000"/>
            </a:lvl2pPr>
            <a:lvl3pPr lvl="2" algn="ctr">
              <a:spcBef>
                <a:spcPts val="360"/>
              </a:spcBef>
              <a:spcAft>
                <a:spcPts val="0"/>
              </a:spcAft>
              <a:buClr>
                <a:schemeClr val="dk1"/>
              </a:buClr>
              <a:buSzPts val="1800"/>
              <a:buNone/>
              <a:defRPr sz="1800"/>
            </a:lvl3pPr>
            <a:lvl4pPr lvl="3" algn="ctr">
              <a:spcBef>
                <a:spcPts val="320"/>
              </a:spcBef>
              <a:spcAft>
                <a:spcPts val="0"/>
              </a:spcAft>
              <a:buClr>
                <a:schemeClr val="dk1"/>
              </a:buClr>
              <a:buSzPts val="1600"/>
              <a:buNone/>
              <a:defRPr sz="1600"/>
            </a:lvl4pPr>
            <a:lvl5pPr lvl="4" algn="ctr">
              <a:spcBef>
                <a:spcPts val="320"/>
              </a:spcBef>
              <a:spcAft>
                <a:spcPts val="0"/>
              </a:spcAft>
              <a:buClr>
                <a:schemeClr val="dk1"/>
              </a:buClr>
              <a:buSzPts val="1600"/>
              <a:buNone/>
              <a:defRPr sz="1600"/>
            </a:lvl5pPr>
            <a:lvl6pPr lvl="5" algn="ctr">
              <a:spcBef>
                <a:spcPts val="320"/>
              </a:spcBef>
              <a:spcAft>
                <a:spcPts val="0"/>
              </a:spcAft>
              <a:buClr>
                <a:schemeClr val="dk1"/>
              </a:buClr>
              <a:buSzPts val="1600"/>
              <a:buNone/>
              <a:defRPr sz="1600"/>
            </a:lvl6pPr>
            <a:lvl7pPr lvl="6" algn="ctr">
              <a:spcBef>
                <a:spcPts val="320"/>
              </a:spcBef>
              <a:spcAft>
                <a:spcPts val="0"/>
              </a:spcAft>
              <a:buClr>
                <a:schemeClr val="dk1"/>
              </a:buClr>
              <a:buSzPts val="1600"/>
              <a:buNone/>
              <a:defRPr sz="1600"/>
            </a:lvl7pPr>
            <a:lvl8pPr lvl="7" algn="ctr">
              <a:spcBef>
                <a:spcPts val="320"/>
              </a:spcBef>
              <a:spcAft>
                <a:spcPts val="0"/>
              </a:spcAft>
              <a:buClr>
                <a:schemeClr val="dk1"/>
              </a:buClr>
              <a:buSzPts val="1600"/>
              <a:buNone/>
              <a:defRPr sz="1600"/>
            </a:lvl8pPr>
            <a:lvl9pPr lvl="8" algn="ctr">
              <a:spcBef>
                <a:spcPts val="320"/>
              </a:spcBef>
              <a:spcAft>
                <a:spcPts val="0"/>
              </a:spcAft>
              <a:buClr>
                <a:schemeClr val="dk1"/>
              </a:buClr>
              <a:buSzPts val="1600"/>
              <a:buNone/>
              <a:defRPr sz="1600"/>
            </a:lvl9pPr>
          </a:lstStyle>
          <a:p/>
        </p:txBody>
      </p:sp>
      <p:sp>
        <p:nvSpPr>
          <p:cNvPr id="101" name="Google Shape;101;p54"/>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4"/>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4"/>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4" name="Shape 104"/>
        <p:cNvGrpSpPr/>
        <p:nvPr/>
      </p:nvGrpSpPr>
      <p:grpSpPr>
        <a:xfrm>
          <a:off x="0" y="0"/>
          <a:ext cx="0" cy="0"/>
          <a:chOff x="0" y="0"/>
          <a:chExt cx="0" cy="0"/>
        </a:xfrm>
      </p:grpSpPr>
      <p:sp>
        <p:nvSpPr>
          <p:cNvPr id="105" name="Google Shape;105;p55"/>
          <p:cNvSpPr txBox="1"/>
          <p:nvPr>
            <p:ph type="title"/>
          </p:nvPr>
        </p:nvSpPr>
        <p:spPr>
          <a:xfrm>
            <a:off x="2389717" y="4800600"/>
            <a:ext cx="7315200" cy="56673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0090"/>
              </a:buClr>
              <a:buSzPts val="2667"/>
              <a:buFont typeface="Arial"/>
              <a:buNone/>
              <a:defRPr b="1" sz="26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55"/>
          <p:cNvSpPr/>
          <p:nvPr>
            <p:ph idx="2" type="pic"/>
          </p:nvPr>
        </p:nvSpPr>
        <p:spPr>
          <a:xfrm>
            <a:off x="2389717" y="612775"/>
            <a:ext cx="7315200" cy="4114800"/>
          </a:xfrm>
          <a:prstGeom prst="rect">
            <a:avLst/>
          </a:prstGeom>
          <a:noFill/>
          <a:ln>
            <a:noFill/>
          </a:ln>
        </p:spPr>
      </p:sp>
      <p:sp>
        <p:nvSpPr>
          <p:cNvPr id="107" name="Google Shape;107;p55"/>
          <p:cNvSpPr txBox="1"/>
          <p:nvPr>
            <p:ph idx="1" type="body"/>
          </p:nvPr>
        </p:nvSpPr>
        <p:spPr>
          <a:xfrm>
            <a:off x="2389717" y="5367338"/>
            <a:ext cx="7315200" cy="804863"/>
          </a:xfrm>
          <a:prstGeom prst="rect">
            <a:avLst/>
          </a:prstGeom>
          <a:noFill/>
          <a:ln>
            <a:noFill/>
          </a:ln>
        </p:spPr>
        <p:txBody>
          <a:bodyPr anchorCtr="0" anchor="t" bIns="45700" lIns="91425" spcFirstLastPara="1" rIns="91425" wrap="square" tIns="45700">
            <a:normAutofit/>
          </a:bodyPr>
          <a:lstStyle>
            <a:lvl1pPr indent="-228600" lvl="0" marL="457200" algn="l">
              <a:spcBef>
                <a:spcPts val="373"/>
              </a:spcBef>
              <a:spcAft>
                <a:spcPts val="0"/>
              </a:spcAft>
              <a:buClr>
                <a:schemeClr val="dk1"/>
              </a:buClr>
              <a:buSzPts val="1867"/>
              <a:buNone/>
              <a:defRPr sz="1867"/>
            </a:lvl1pPr>
            <a:lvl2pPr indent="-228600" lvl="1" marL="914400" algn="l">
              <a:spcBef>
                <a:spcPts val="320"/>
              </a:spcBef>
              <a:spcAft>
                <a:spcPts val="0"/>
              </a:spcAft>
              <a:buClr>
                <a:schemeClr val="dk1"/>
              </a:buClr>
              <a:buSzPts val="1600"/>
              <a:buNone/>
              <a:defRPr sz="1600"/>
            </a:lvl2pPr>
            <a:lvl3pPr indent="-228600" lvl="2" marL="1371600" algn="l">
              <a:spcBef>
                <a:spcPts val="267"/>
              </a:spcBef>
              <a:spcAft>
                <a:spcPts val="0"/>
              </a:spcAft>
              <a:buClr>
                <a:schemeClr val="dk1"/>
              </a:buClr>
              <a:buSzPts val="1333"/>
              <a:buNone/>
              <a:defRPr sz="1333"/>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108" name="Google Shape;108;p55"/>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5"/>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5"/>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000090"/>
              </a:buClr>
              <a:buSzPts val="4800"/>
              <a:buFont typeface="Arial"/>
              <a:buNone/>
              <a:defRPr b="1" i="0" sz="4800" u="none" cap="none" strike="noStrike">
                <a:solidFill>
                  <a:srgbClr val="00009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lvl1pPr indent="-397954" lvl="0" marL="457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64045"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47154" lvl="3" marL="1828800" marR="0" rtl="0" algn="l">
              <a:spcBef>
                <a:spcPts val="373"/>
              </a:spcBef>
              <a:spcAft>
                <a:spcPts val="0"/>
              </a:spcAft>
              <a:buClr>
                <a:schemeClr val="dk1"/>
              </a:buClr>
              <a:buSzPts val="1867"/>
              <a:buFont typeface="Arial"/>
              <a:buChar char="–"/>
              <a:defRPr b="0" i="0" sz="1867"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97954"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6pPr>
            <a:lvl7pPr indent="-397954"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Arial"/>
                <a:ea typeface="Arial"/>
                <a:cs typeface="Arial"/>
                <a:sym typeface="Arial"/>
              </a:defRPr>
            </a:lvl9pPr>
          </a:lstStyle>
          <a:p/>
        </p:txBody>
      </p:sp>
      <p:sp>
        <p:nvSpPr>
          <p:cNvPr id="8" name="Google Shape;8;p40"/>
          <p:cNvSpPr txBox="1"/>
          <p:nvPr>
            <p:ph idx="10" type="dt"/>
          </p:nvPr>
        </p:nvSpPr>
        <p:spPr>
          <a:xfrm>
            <a:off x="609600" y="6356351"/>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6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40"/>
          <p:cNvSpPr txBox="1"/>
          <p:nvPr>
            <p:ph idx="11" type="ftr"/>
          </p:nvPr>
        </p:nvSpPr>
        <p:spPr>
          <a:xfrm>
            <a:off x="4165600" y="6356351"/>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6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40"/>
          <p:cNvSpPr txBox="1"/>
          <p:nvPr>
            <p:ph idx="12" type="sldNum"/>
          </p:nvPr>
        </p:nvSpPr>
        <p:spPr>
          <a:xfrm>
            <a:off x="8737600" y="6356351"/>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600" u="none" cap="none" strike="noStrike">
                <a:solidFill>
                  <a:srgbClr val="888888"/>
                </a:solidFill>
                <a:latin typeface="Arial"/>
                <a:ea typeface="Arial"/>
                <a:cs typeface="Arial"/>
                <a:sym typeface="Arial"/>
              </a:defRPr>
            </a:lvl1pPr>
            <a:lvl2pPr indent="0" lvl="1" marL="0" marR="0" rtl="0" algn="r">
              <a:spcBef>
                <a:spcPts val="0"/>
              </a:spcBef>
              <a:buNone/>
              <a:defRPr b="0" i="0" sz="1600" u="none" cap="none" strike="noStrike">
                <a:solidFill>
                  <a:srgbClr val="888888"/>
                </a:solidFill>
                <a:latin typeface="Arial"/>
                <a:ea typeface="Arial"/>
                <a:cs typeface="Arial"/>
                <a:sym typeface="Arial"/>
              </a:defRPr>
            </a:lvl2pPr>
            <a:lvl3pPr indent="0" lvl="2" marL="0" marR="0" rtl="0" algn="r">
              <a:spcBef>
                <a:spcPts val="0"/>
              </a:spcBef>
              <a:buNone/>
              <a:defRPr b="0" i="0" sz="1600" u="none" cap="none" strike="noStrike">
                <a:solidFill>
                  <a:srgbClr val="888888"/>
                </a:solidFill>
                <a:latin typeface="Arial"/>
                <a:ea typeface="Arial"/>
                <a:cs typeface="Arial"/>
                <a:sym typeface="Arial"/>
              </a:defRPr>
            </a:lvl3pPr>
            <a:lvl4pPr indent="0" lvl="3" marL="0" marR="0" rtl="0" algn="r">
              <a:spcBef>
                <a:spcPts val="0"/>
              </a:spcBef>
              <a:buNone/>
              <a:defRPr b="0" i="0" sz="1600" u="none" cap="none" strike="noStrike">
                <a:solidFill>
                  <a:srgbClr val="888888"/>
                </a:solidFill>
                <a:latin typeface="Arial"/>
                <a:ea typeface="Arial"/>
                <a:cs typeface="Arial"/>
                <a:sym typeface="Arial"/>
              </a:defRPr>
            </a:lvl4pPr>
            <a:lvl5pPr indent="0" lvl="4" marL="0" marR="0" rtl="0" algn="r">
              <a:spcBef>
                <a:spcPts val="0"/>
              </a:spcBef>
              <a:buNone/>
              <a:defRPr b="0" i="0" sz="1600" u="none" cap="none" strike="noStrike">
                <a:solidFill>
                  <a:srgbClr val="888888"/>
                </a:solidFill>
                <a:latin typeface="Arial"/>
                <a:ea typeface="Arial"/>
                <a:cs typeface="Arial"/>
                <a:sym typeface="Arial"/>
              </a:defRPr>
            </a:lvl5pPr>
            <a:lvl6pPr indent="0" lvl="5" marL="0" marR="0" rtl="0" algn="r">
              <a:spcBef>
                <a:spcPts val="0"/>
              </a:spcBef>
              <a:buNone/>
              <a:defRPr b="0" i="0" sz="1600" u="none" cap="none" strike="noStrike">
                <a:solidFill>
                  <a:srgbClr val="888888"/>
                </a:solidFill>
                <a:latin typeface="Arial"/>
                <a:ea typeface="Arial"/>
                <a:cs typeface="Arial"/>
                <a:sym typeface="Arial"/>
              </a:defRPr>
            </a:lvl6pPr>
            <a:lvl7pPr indent="0" lvl="6" marL="0" marR="0" rtl="0" algn="r">
              <a:spcBef>
                <a:spcPts val="0"/>
              </a:spcBef>
              <a:buNone/>
              <a:defRPr b="0" i="0" sz="1600" u="none" cap="none" strike="noStrike">
                <a:solidFill>
                  <a:srgbClr val="888888"/>
                </a:solidFill>
                <a:latin typeface="Arial"/>
                <a:ea typeface="Arial"/>
                <a:cs typeface="Arial"/>
                <a:sym typeface="Arial"/>
              </a:defRPr>
            </a:lvl7pPr>
            <a:lvl8pPr indent="0" lvl="7" marL="0" marR="0" rtl="0" algn="r">
              <a:spcBef>
                <a:spcPts val="0"/>
              </a:spcBef>
              <a:buNone/>
              <a:defRPr b="0" i="0" sz="1600" u="none" cap="none" strike="noStrike">
                <a:solidFill>
                  <a:srgbClr val="888888"/>
                </a:solidFill>
                <a:latin typeface="Arial"/>
                <a:ea typeface="Arial"/>
                <a:cs typeface="Arial"/>
                <a:sym typeface="Arial"/>
              </a:defRPr>
            </a:lvl8pPr>
            <a:lvl9pPr indent="0" lvl="8" marL="0" marR="0" rtl="0" algn="r">
              <a:spcBef>
                <a:spcPts val="0"/>
              </a:spcBef>
              <a:buNone/>
              <a:defRPr b="0" i="0" sz="16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pub.dev/packages/loc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pub.dev/packages/flutter_map" TargetMode="External"/><Relationship Id="rId4" Type="http://schemas.openxmlformats.org/officeDocument/2006/relationships/hyperlink" Target="https://pub.dev/packages/latlong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ubaya.cloud/posisi_xy.php" TargetMode="Externa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ubaya.cloud/flutter/fikri/redcar.p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hyperlink" Target="https://daniel-hp.medium.com/flutter-shows-realtime-position-in-map-with-the-car-facing-forward-following-the-direction-6c55fe3d310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
          <p:cNvSpPr txBox="1"/>
          <p:nvPr>
            <p:ph type="ctrTitle"/>
          </p:nvPr>
        </p:nvSpPr>
        <p:spPr>
          <a:xfrm>
            <a:off x="914400" y="2130426"/>
            <a:ext cx="10363200" cy="127163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C6D9F1"/>
              </a:buClr>
              <a:buSzPts val="6400"/>
              <a:buFont typeface="Arial"/>
              <a:buNone/>
            </a:pPr>
            <a:r>
              <a:rPr lang="en-ID"/>
              <a:t>Location &amp; Map</a:t>
            </a:r>
            <a:endParaRPr/>
          </a:p>
        </p:txBody>
      </p:sp>
      <p:sp>
        <p:nvSpPr>
          <p:cNvPr id="116" name="Google Shape;116;p1"/>
          <p:cNvSpPr txBox="1"/>
          <p:nvPr>
            <p:ph idx="1" type="subTitle"/>
          </p:nvPr>
        </p:nvSpPr>
        <p:spPr>
          <a:xfrm>
            <a:off x="6246860" y="4630961"/>
            <a:ext cx="3953435" cy="47855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FFFF"/>
              </a:buClr>
              <a:buSzPts val="2100"/>
              <a:buNone/>
            </a:pPr>
            <a:r>
              <a:rPr lang="en-ID"/>
              <a:t>Week 14</a:t>
            </a:r>
            <a:endParaRPr/>
          </a:p>
        </p:txBody>
      </p:sp>
      <p:sp>
        <p:nvSpPr>
          <p:cNvPr id="117" name="Google Shape;117;p1"/>
          <p:cNvSpPr txBox="1"/>
          <p:nvPr>
            <p:ph idx="2" type="body"/>
          </p:nvPr>
        </p:nvSpPr>
        <p:spPr>
          <a:xfrm>
            <a:off x="914398" y="1554787"/>
            <a:ext cx="7629237" cy="57563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FFFF"/>
              </a:buClr>
              <a:buSzPts val="2400"/>
              <a:buNone/>
            </a:pPr>
            <a:r>
              <a:rPr lang="en-ID"/>
              <a:t>1604C19H – Emerging Technology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In This Tutorial</a:t>
            </a:r>
            <a:endParaRPr/>
          </a:p>
        </p:txBody>
      </p:sp>
      <p:sp>
        <p:nvSpPr>
          <p:cNvPr id="123" name="Google Shape;123;p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This article will discuss about several things that related with location and a map</a:t>
            </a:r>
            <a:endParaRPr/>
          </a:p>
          <a:p>
            <a:pPr indent="-457189" lvl="0" marL="457189" rtl="0" algn="l">
              <a:spcBef>
                <a:spcPts val="520"/>
              </a:spcBef>
              <a:spcAft>
                <a:spcPts val="0"/>
              </a:spcAft>
              <a:buClr>
                <a:schemeClr val="dk1"/>
              </a:buClr>
              <a:buSzPts val="2600"/>
              <a:buChar char="•"/>
            </a:pPr>
            <a:r>
              <a:rPr lang="en-ID"/>
              <a:t>We will obtain our current location</a:t>
            </a:r>
            <a:endParaRPr/>
          </a:p>
          <a:p>
            <a:pPr indent="-457189" lvl="0" marL="457189" rtl="0" algn="l">
              <a:spcBef>
                <a:spcPts val="520"/>
              </a:spcBef>
              <a:spcAft>
                <a:spcPts val="0"/>
              </a:spcAft>
              <a:buClr>
                <a:schemeClr val="dk1"/>
              </a:buClr>
              <a:buSzPts val="2600"/>
              <a:buChar char="•"/>
            </a:pPr>
            <a:r>
              <a:rPr lang="en-ID"/>
              <a:t>We will show a map with our position at the center of the map</a:t>
            </a:r>
            <a:endParaRPr/>
          </a:p>
          <a:p>
            <a:pPr indent="-457189" lvl="0" marL="457189" rtl="0" algn="l">
              <a:spcBef>
                <a:spcPts val="520"/>
              </a:spcBef>
              <a:spcAft>
                <a:spcPts val="0"/>
              </a:spcAft>
              <a:buClr>
                <a:schemeClr val="dk1"/>
              </a:buClr>
              <a:buSzPts val="2600"/>
              <a:buChar char="•"/>
            </a:pPr>
            <a:r>
              <a:rPr lang="en-ID"/>
              <a:t>We will monitor a Taxi movement in the map.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Preparation</a:t>
            </a:r>
            <a:endParaRPr/>
          </a:p>
        </p:txBody>
      </p:sp>
      <p:sp>
        <p:nvSpPr>
          <p:cNvPr id="129" name="Google Shape;129;p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457189" lvl="0" marL="457189" rtl="0" algn="l">
              <a:spcBef>
                <a:spcPts val="0"/>
              </a:spcBef>
              <a:spcAft>
                <a:spcPts val="0"/>
              </a:spcAft>
              <a:buClr>
                <a:schemeClr val="dk1"/>
              </a:buClr>
              <a:buSzPts val="2600"/>
              <a:buChar char="•"/>
            </a:pPr>
            <a:r>
              <a:rPr lang="en-ID"/>
              <a:t>Create a new stateful screen, name it MyMap (mymap.dart)</a:t>
            </a:r>
            <a:endParaRPr/>
          </a:p>
          <a:p>
            <a:pPr indent="-457189" lvl="0" marL="457189" rtl="0" algn="l">
              <a:spcBef>
                <a:spcPts val="520"/>
              </a:spcBef>
              <a:spcAft>
                <a:spcPts val="0"/>
              </a:spcAft>
              <a:buClr>
                <a:schemeClr val="dk1"/>
              </a:buClr>
              <a:buSzPts val="2600"/>
              <a:buChar char="•"/>
            </a:pPr>
            <a:r>
              <a:rPr lang="en-ID"/>
              <a:t>Add a menu to access this screen</a:t>
            </a:r>
            <a:endParaRPr/>
          </a:p>
          <a:p>
            <a:pPr indent="-287834" lvl="0" marL="457189" rtl="0" algn="l">
              <a:spcBef>
                <a:spcPts val="533"/>
              </a:spcBef>
              <a:spcAft>
                <a:spcPts val="0"/>
              </a:spcAft>
              <a:buClr>
                <a:schemeClr val="dk1"/>
              </a:buClr>
              <a:buSzPts val="2667"/>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g3b19b7285a1_0_0"/>
          <p:cNvSpPr txBox="1"/>
          <p:nvPr>
            <p:ph type="title"/>
          </p:nvPr>
        </p:nvSpPr>
        <p:spPr>
          <a:xfrm>
            <a:off x="0" y="0"/>
            <a:ext cx="10972800" cy="769200"/>
          </a:xfrm>
          <a:prstGeom prst="rect">
            <a:avLst/>
          </a:prstGeom>
          <a:noFill/>
          <a:ln>
            <a:noFill/>
          </a:ln>
        </p:spPr>
        <p:txBody>
          <a:bodyPr anchorCtr="0" anchor="ctr" bIns="60925" lIns="121900" spcFirstLastPara="1" rIns="121900" wrap="square" tIns="60925">
            <a:normAutofit fontScale="90000"/>
          </a:bodyPr>
          <a:lstStyle/>
          <a:p>
            <a:pPr indent="0" lvl="0" marL="0" rtl="0" algn="l">
              <a:spcBef>
                <a:spcPts val="0"/>
              </a:spcBef>
              <a:spcAft>
                <a:spcPts val="0"/>
              </a:spcAft>
              <a:buClr>
                <a:srgbClr val="000090"/>
              </a:buClr>
              <a:buSzPct val="100000"/>
              <a:buFont typeface="Arial"/>
              <a:buNone/>
            </a:pPr>
            <a:r>
              <a:rPr lang="en-ID"/>
              <a:t>mymap</a:t>
            </a:r>
            <a:r>
              <a:rPr b="1" lang="en-ID" sz="4800">
                <a:solidFill>
                  <a:srgbClr val="000090"/>
                </a:solidFill>
              </a:rPr>
              <a:t>.dart</a:t>
            </a:r>
            <a:endParaRPr b="1" sz="4800">
              <a:solidFill>
                <a:srgbClr val="000090"/>
              </a:solidFill>
            </a:endParaRPr>
          </a:p>
        </p:txBody>
      </p:sp>
      <p:cxnSp>
        <p:nvCxnSpPr>
          <p:cNvPr id="135" name="Google Shape;135;g3b19b7285a1_0_0"/>
          <p:cNvCxnSpPr/>
          <p:nvPr/>
        </p:nvCxnSpPr>
        <p:spPr>
          <a:xfrm>
            <a:off x="0" y="769257"/>
            <a:ext cx="9782700" cy="2100"/>
          </a:xfrm>
          <a:prstGeom prst="straightConnector1">
            <a:avLst/>
          </a:prstGeom>
          <a:noFill/>
          <a:ln cap="flat" cmpd="sng" w="33875">
            <a:solidFill>
              <a:schemeClr val="accent1"/>
            </a:solidFill>
            <a:prstDash val="solid"/>
            <a:round/>
            <a:headEnd len="sm" w="sm" type="none"/>
            <a:tailEnd len="sm" w="sm" type="none"/>
          </a:ln>
          <a:effectLst>
            <a:outerShdw blurRad="53333" rotWithShape="0" dir="5400000" dist="26667">
              <a:srgbClr val="000000">
                <a:alpha val="37650"/>
              </a:srgbClr>
            </a:outerShdw>
          </a:effectLst>
        </p:spPr>
      </p:cxnSp>
      <p:sp>
        <p:nvSpPr>
          <p:cNvPr id="136" name="Google Shape;136;g3b19b7285a1_0_0"/>
          <p:cNvSpPr/>
          <p:nvPr/>
        </p:nvSpPr>
        <p:spPr>
          <a:xfrm>
            <a:off x="11503" y="1139335"/>
            <a:ext cx="6096000" cy="21339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lang="en-ID" sz="1900">
                <a:solidFill>
                  <a:srgbClr val="FF0000"/>
                </a:solidFill>
                <a:latin typeface="Consolas"/>
                <a:ea typeface="Consolas"/>
                <a:cs typeface="Consolas"/>
                <a:sym typeface="Consolas"/>
              </a:rPr>
              <a:t>class MyMap extends StatefulWidget {</a:t>
            </a:r>
            <a:endParaRPr sz="1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const MyMap({super.key});</a:t>
            </a:r>
            <a:endParaRPr sz="1900">
              <a:solidFill>
                <a:srgbClr val="FF0000"/>
              </a:solidFill>
              <a:latin typeface="Consolas"/>
              <a:ea typeface="Consolas"/>
              <a:cs typeface="Consolas"/>
              <a:sym typeface="Consolas"/>
            </a:endParaRPr>
          </a:p>
          <a:p>
            <a:pPr indent="0" lvl="0" marL="0" marR="0" rtl="0" algn="l">
              <a:spcBef>
                <a:spcPts val="0"/>
              </a:spcBef>
              <a:spcAft>
                <a:spcPts val="0"/>
              </a:spcAft>
              <a:buNone/>
            </a:pPr>
            <a:r>
              <a:t/>
            </a:r>
            <a:endParaRPr sz="1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@override</a:t>
            </a:r>
            <a:endParaRPr sz="1900"/>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State&lt;MyMap&gt; createState() =&gt; _MyMapState();</a:t>
            </a:r>
            <a:endParaRPr sz="1900"/>
          </a:p>
          <a:p>
            <a:pPr indent="0" lvl="0" marL="0" marR="0" rtl="0" algn="l">
              <a:spcBef>
                <a:spcPts val="0"/>
              </a:spcBef>
              <a:spcAft>
                <a:spcPts val="0"/>
              </a:spcAft>
              <a:buNone/>
            </a:pPr>
            <a:r>
              <a:rPr lang="en-ID" sz="1900">
                <a:solidFill>
                  <a:srgbClr val="FF0000"/>
                </a:solidFill>
                <a:latin typeface="Consolas"/>
                <a:ea typeface="Consolas"/>
                <a:cs typeface="Consolas"/>
                <a:sym typeface="Consolas"/>
              </a:rPr>
              <a:t>}</a:t>
            </a:r>
            <a:endParaRPr sz="1900">
              <a:solidFill>
                <a:schemeClr val="dk1"/>
              </a:solidFill>
              <a:latin typeface="Helvetica Neue"/>
              <a:ea typeface="Helvetica Neue"/>
              <a:cs typeface="Helvetica Neue"/>
              <a:sym typeface="Helvetica Neue"/>
            </a:endParaRPr>
          </a:p>
        </p:txBody>
      </p:sp>
      <p:sp>
        <p:nvSpPr>
          <p:cNvPr id="137" name="Google Shape;137;g3b19b7285a1_0_0"/>
          <p:cNvSpPr/>
          <p:nvPr/>
        </p:nvSpPr>
        <p:spPr>
          <a:xfrm>
            <a:off x="6084497" y="945935"/>
            <a:ext cx="6096000" cy="529350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rPr lang="en-ID" sz="1900">
                <a:solidFill>
                  <a:srgbClr val="FF0000"/>
                </a:solidFill>
                <a:latin typeface="Consolas"/>
                <a:ea typeface="Consolas"/>
                <a:cs typeface="Consolas"/>
                <a:sym typeface="Consolas"/>
              </a:rPr>
              <a:t>class _MyMapState extends State&lt;MyMap&gt; {</a:t>
            </a:r>
            <a:endParaRPr sz="1900"/>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a:t>
            </a:r>
            <a:endParaRPr sz="1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@override</a:t>
            </a:r>
            <a:endParaRPr sz="1900"/>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Widget build(BuildContext context) {</a:t>
            </a:r>
            <a:endParaRPr sz="1900"/>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a:t>
            </a:r>
            <a:r>
              <a:rPr lang="en-ID" sz="2000">
                <a:solidFill>
                  <a:srgbClr val="FF0000"/>
                </a:solidFill>
                <a:latin typeface="Consolas"/>
                <a:ea typeface="Consolas"/>
                <a:cs typeface="Consolas"/>
                <a:sym typeface="Consolas"/>
              </a:rPr>
              <a:t>return Scaffold(  </a:t>
            </a:r>
            <a:endParaRPr sz="2667">
              <a:solidFill>
                <a:schemeClr val="dk1"/>
              </a:solidFill>
            </a:endParaRPr>
          </a:p>
          <a:p>
            <a:pPr indent="0" lvl="0" marL="457200" rtl="0" algn="l">
              <a:spcBef>
                <a:spcPts val="400"/>
              </a:spcBef>
              <a:spcAft>
                <a:spcPts val="0"/>
              </a:spcAft>
              <a:buClr>
                <a:srgbClr val="FF0000"/>
              </a:buClr>
              <a:buSzPts val="2000"/>
              <a:buFont typeface="Arial"/>
              <a:buNone/>
            </a:pPr>
            <a:r>
              <a:rPr lang="en-ID" sz="2000">
                <a:solidFill>
                  <a:srgbClr val="FF0000"/>
                </a:solidFill>
                <a:latin typeface="Consolas"/>
                <a:ea typeface="Consolas"/>
                <a:cs typeface="Consolas"/>
                <a:sym typeface="Consolas"/>
              </a:rPr>
              <a:t>  appBar: AppBar(</a:t>
            </a:r>
            <a:endParaRPr sz="2667">
              <a:solidFill>
                <a:schemeClr val="dk1"/>
              </a:solidFill>
            </a:endParaRPr>
          </a:p>
          <a:p>
            <a:pPr indent="0" lvl="0" marL="457200" rtl="0" algn="l">
              <a:spcBef>
                <a:spcPts val="400"/>
              </a:spcBef>
              <a:spcAft>
                <a:spcPts val="0"/>
              </a:spcAft>
              <a:buClr>
                <a:srgbClr val="FF0000"/>
              </a:buClr>
              <a:buSzPts val="2000"/>
              <a:buFont typeface="Arial"/>
              <a:buNone/>
            </a:pPr>
            <a:r>
              <a:rPr lang="en-ID" sz="2000">
                <a:solidFill>
                  <a:srgbClr val="FF0000"/>
                </a:solidFill>
                <a:latin typeface="Consolas"/>
                <a:ea typeface="Consolas"/>
                <a:cs typeface="Consolas"/>
                <a:sym typeface="Consolas"/>
              </a:rPr>
              <a:t>    title: const Text("Map test"),),</a:t>
            </a:r>
            <a:endParaRPr sz="2667">
              <a:solidFill>
                <a:schemeClr val="dk1"/>
              </a:solidFill>
            </a:endParaRPr>
          </a:p>
          <a:p>
            <a:pPr indent="0" lvl="0" marL="457200" rtl="0" algn="l">
              <a:spcBef>
                <a:spcPts val="400"/>
              </a:spcBef>
              <a:spcAft>
                <a:spcPts val="0"/>
              </a:spcAft>
              <a:buClr>
                <a:srgbClr val="FF0000"/>
              </a:buClr>
              <a:buSzPts val="2000"/>
              <a:buFont typeface="Arial"/>
              <a:buNone/>
            </a:pPr>
            <a:r>
              <a:rPr lang="en-ID" sz="2000">
                <a:solidFill>
                  <a:srgbClr val="FF0000"/>
                </a:solidFill>
                <a:latin typeface="Consolas"/>
                <a:ea typeface="Consolas"/>
                <a:cs typeface="Consolas"/>
                <a:sym typeface="Consolas"/>
              </a:rPr>
              <a:t>    body: Column(      </a:t>
            </a:r>
            <a:endParaRPr sz="2667">
              <a:solidFill>
                <a:schemeClr val="dk1"/>
              </a:solidFill>
            </a:endParaRPr>
          </a:p>
          <a:p>
            <a:pPr indent="0" lvl="0" marL="457200" rtl="0" algn="l">
              <a:spcBef>
                <a:spcPts val="400"/>
              </a:spcBef>
              <a:spcAft>
                <a:spcPts val="0"/>
              </a:spcAft>
              <a:buClr>
                <a:srgbClr val="FF0000"/>
              </a:buClr>
              <a:buSzPts val="2000"/>
              <a:buFont typeface="Arial"/>
              <a:buNone/>
            </a:pPr>
            <a:r>
              <a:rPr lang="en-ID" sz="2000">
                <a:solidFill>
                  <a:srgbClr val="FF0000"/>
                </a:solidFill>
                <a:latin typeface="Consolas"/>
                <a:ea typeface="Consolas"/>
                <a:cs typeface="Consolas"/>
                <a:sym typeface="Consolas"/>
              </a:rPr>
              <a:t>      mainAxisAlignment: MainAxisAlignment.center,      </a:t>
            </a:r>
            <a:endParaRPr sz="2667">
              <a:solidFill>
                <a:schemeClr val="dk1"/>
              </a:solidFill>
            </a:endParaRPr>
          </a:p>
          <a:p>
            <a:pPr indent="0" lvl="0" marL="457200" rtl="0" algn="l">
              <a:spcBef>
                <a:spcPts val="400"/>
              </a:spcBef>
              <a:spcAft>
                <a:spcPts val="0"/>
              </a:spcAft>
              <a:buSzPts val="2000"/>
              <a:buNone/>
            </a:pPr>
            <a:r>
              <a:rPr lang="en-ID" sz="2000">
                <a:solidFill>
                  <a:srgbClr val="FF0000"/>
                </a:solidFill>
                <a:latin typeface="Consolas"/>
                <a:ea typeface="Consolas"/>
                <a:cs typeface="Consolas"/>
                <a:sym typeface="Consolas"/>
              </a:rPr>
              <a:t>      children: &lt;Widget&gt;[],),</a:t>
            </a:r>
            <a:endParaRPr sz="2000">
              <a:solidFill>
                <a:srgbClr val="FF0000"/>
              </a:solidFill>
              <a:latin typeface="Consolas"/>
              <a:ea typeface="Consolas"/>
              <a:cs typeface="Consolas"/>
              <a:sym typeface="Consolas"/>
            </a:endParaRPr>
          </a:p>
          <a:p>
            <a:pPr indent="0" lvl="0" marL="457200" rtl="0" algn="l">
              <a:spcBef>
                <a:spcPts val="400"/>
              </a:spcBef>
              <a:spcAft>
                <a:spcPts val="0"/>
              </a:spcAft>
              <a:buSzPts val="2000"/>
              <a:buNone/>
            </a:pPr>
            <a:r>
              <a:rPr lang="en-ID" sz="2000">
                <a:solidFill>
                  <a:srgbClr val="FF0000"/>
                </a:solidFill>
                <a:latin typeface="Consolas"/>
                <a:ea typeface="Consolas"/>
                <a:cs typeface="Consolas"/>
                <a:sym typeface="Consolas"/>
              </a:rPr>
              <a:t>);</a:t>
            </a:r>
            <a:endParaRPr sz="19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900">
                <a:solidFill>
                  <a:srgbClr val="FF0000"/>
                </a:solidFill>
                <a:latin typeface="Consolas"/>
                <a:ea typeface="Consolas"/>
                <a:cs typeface="Consolas"/>
                <a:sym typeface="Consolas"/>
              </a:rPr>
              <a:t>  }</a:t>
            </a:r>
            <a:endParaRPr sz="1900"/>
          </a:p>
          <a:p>
            <a:pPr indent="0" lvl="0" marL="0" marR="0" rtl="0" algn="l">
              <a:spcBef>
                <a:spcPts val="0"/>
              </a:spcBef>
              <a:spcAft>
                <a:spcPts val="0"/>
              </a:spcAft>
              <a:buNone/>
            </a:pPr>
            <a:r>
              <a:rPr lang="en-ID" sz="1900">
                <a:solidFill>
                  <a:srgbClr val="FF0000"/>
                </a:solidFill>
                <a:latin typeface="Consolas"/>
                <a:ea typeface="Consolas"/>
                <a:cs typeface="Consolas"/>
                <a:sym typeface="Consolas"/>
              </a:rPr>
              <a:t>}</a:t>
            </a:r>
            <a:endParaRPr sz="1900"/>
          </a:p>
        </p:txBody>
      </p:sp>
      <p:cxnSp>
        <p:nvCxnSpPr>
          <p:cNvPr id="138" name="Google Shape;138;g3b19b7285a1_0_0"/>
          <p:cNvCxnSpPr/>
          <p:nvPr/>
        </p:nvCxnSpPr>
        <p:spPr>
          <a:xfrm>
            <a:off x="5934973" y="794985"/>
            <a:ext cx="0" cy="5531100"/>
          </a:xfrm>
          <a:prstGeom prst="straightConnector1">
            <a:avLst/>
          </a:prstGeom>
          <a:noFill/>
          <a:ln cap="flat" cmpd="sng" w="33875">
            <a:solidFill>
              <a:schemeClr val="accent1"/>
            </a:solidFill>
            <a:prstDash val="solid"/>
            <a:round/>
            <a:headEnd len="sm" w="sm" type="none"/>
            <a:tailEnd len="sm" w="sm" type="none"/>
          </a:ln>
          <a:effectLst>
            <a:outerShdw blurRad="53333" rotWithShape="0" dir="5400000" dist="26667">
              <a:srgbClr val="000000">
                <a:alpha val="37650"/>
              </a:srgbClr>
            </a:outerShdw>
          </a:effectLst>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Getting Location</a:t>
            </a:r>
            <a:endParaRPr/>
          </a:p>
        </p:txBody>
      </p:sp>
      <p:sp>
        <p:nvSpPr>
          <p:cNvPr id="144" name="Google Shape;144;p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Sometimes our app need a data of our current location in the world. Usually in form of longitude (X) and latitude (Y). For example :</a:t>
            </a:r>
            <a:endParaRPr/>
          </a:p>
          <a:p>
            <a:pPr indent="0" lvl="0" marL="0" rtl="0" algn="l">
              <a:spcBef>
                <a:spcPts val="520"/>
              </a:spcBef>
              <a:spcAft>
                <a:spcPts val="0"/>
              </a:spcAft>
              <a:buClr>
                <a:schemeClr val="dk1"/>
              </a:buClr>
              <a:buSzPts val="2600"/>
              <a:buNone/>
            </a:pPr>
            <a:r>
              <a:rPr lang="en-ID"/>
              <a:t>- App that can record location when taking a picture using camera.</a:t>
            </a:r>
            <a:endParaRPr/>
          </a:p>
          <a:p>
            <a:pPr indent="0" lvl="0" marL="0" rtl="0" algn="l">
              <a:spcBef>
                <a:spcPts val="520"/>
              </a:spcBef>
              <a:spcAft>
                <a:spcPts val="0"/>
              </a:spcAft>
              <a:buClr>
                <a:schemeClr val="dk1"/>
              </a:buClr>
              <a:buSzPts val="2600"/>
              <a:buNone/>
            </a:pPr>
            <a:r>
              <a:rPr lang="en-ID"/>
              <a:t>- App that check our position to enable or disable some other features, for example to enable check-in button when we are around a specific location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Location Plugin</a:t>
            </a:r>
            <a:endParaRPr/>
          </a:p>
        </p:txBody>
      </p:sp>
      <p:sp>
        <p:nvSpPr>
          <p:cNvPr id="150" name="Google Shape;150;p5"/>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Here, we will use Flutter Location Plugin to get our X,Y location. </a:t>
            </a:r>
            <a:r>
              <a:rPr lang="en-ID" u="sng">
                <a:solidFill>
                  <a:schemeClr val="hlink"/>
                </a:solidFill>
                <a:hlinkClick r:id="rId3"/>
              </a:rPr>
              <a:t>https://pub.dev/packages/location</a:t>
            </a:r>
            <a:r>
              <a:rPr lang="en-ID"/>
              <a:t> </a:t>
            </a:r>
            <a:endParaRPr/>
          </a:p>
          <a:p>
            <a:pPr indent="0" lvl="0" marL="0" rtl="0" algn="l">
              <a:spcBef>
                <a:spcPts val="533"/>
              </a:spcBef>
              <a:spcAft>
                <a:spcPts val="0"/>
              </a:spcAft>
              <a:buClr>
                <a:schemeClr val="dk1"/>
              </a:buClr>
              <a:buSzPts val="2667"/>
              <a:buNone/>
            </a:pPr>
            <a:r>
              <a:t/>
            </a:r>
            <a:endParaRPr/>
          </a:p>
          <a:p>
            <a:pPr indent="0" lvl="0" marL="0" rtl="0" algn="l">
              <a:spcBef>
                <a:spcPts val="520"/>
              </a:spcBef>
              <a:spcAft>
                <a:spcPts val="0"/>
              </a:spcAft>
              <a:buClr>
                <a:schemeClr val="dk1"/>
              </a:buClr>
              <a:buSzPts val="2600"/>
              <a:buNone/>
            </a:pPr>
            <a:r>
              <a:rPr lang="en-ID"/>
              <a:t>Installation, in pubspec.yaml:</a:t>
            </a:r>
            <a:endParaRPr/>
          </a:p>
          <a:p>
            <a:pPr indent="0" lvl="0" marL="0" rtl="0" algn="l">
              <a:spcBef>
                <a:spcPts val="520"/>
              </a:spcBef>
              <a:spcAft>
                <a:spcPts val="0"/>
              </a:spcAft>
              <a:buClr>
                <a:srgbClr val="FF0000"/>
              </a:buClr>
              <a:buSzPts val="2600"/>
              <a:buNone/>
            </a:pPr>
            <a:r>
              <a:rPr lang="en-ID">
                <a:solidFill>
                  <a:srgbClr val="FF0000"/>
                </a:solidFill>
              </a:rPr>
              <a:t>location: ^8.0.1</a:t>
            </a:r>
            <a:endParaRPr/>
          </a:p>
          <a:p>
            <a:pPr indent="0" lvl="0" marL="0" rtl="0" algn="l">
              <a:spcBef>
                <a:spcPts val="533"/>
              </a:spcBef>
              <a:spcAft>
                <a:spcPts val="0"/>
              </a:spcAft>
              <a:buClr>
                <a:schemeClr val="dk1"/>
              </a:buClr>
              <a:buSzPts val="2667"/>
              <a:buNone/>
            </a:pPr>
            <a:r>
              <a:t/>
            </a:r>
            <a:endParaRPr/>
          </a:p>
          <a:p>
            <a:pPr indent="0" lvl="0" marL="0" rtl="0" algn="l">
              <a:spcBef>
                <a:spcPts val="520"/>
              </a:spcBef>
              <a:spcAft>
                <a:spcPts val="0"/>
              </a:spcAft>
              <a:buClr>
                <a:schemeClr val="dk1"/>
              </a:buClr>
              <a:buSzPts val="2600"/>
              <a:buNone/>
            </a:pPr>
            <a:r>
              <a:rPr lang="en-ID"/>
              <a:t>Importing:</a:t>
            </a:r>
            <a:endParaRPr/>
          </a:p>
          <a:p>
            <a:pPr indent="0" lvl="0" marL="0" rtl="0" algn="l">
              <a:spcBef>
                <a:spcPts val="520"/>
              </a:spcBef>
              <a:spcAft>
                <a:spcPts val="0"/>
              </a:spcAft>
              <a:buClr>
                <a:srgbClr val="FF0000"/>
              </a:buClr>
              <a:buSzPts val="2600"/>
              <a:buNone/>
            </a:pPr>
            <a:r>
              <a:rPr lang="en-ID">
                <a:solidFill>
                  <a:srgbClr val="FF0000"/>
                </a:solidFill>
              </a:rPr>
              <a:t>import ‘package:location/location.dart’;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Variables</a:t>
            </a:r>
            <a:endParaRPr/>
          </a:p>
        </p:txBody>
      </p:sp>
      <p:sp>
        <p:nvSpPr>
          <p:cNvPr id="156" name="Google Shape;156;p6"/>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We will store X,Y in two variables _xMarker and _yMarker, initialized with 0. Also we prepare another x,y for map center (will be used later).</a:t>
            </a:r>
            <a:endParaRPr/>
          </a:p>
          <a:p>
            <a:pPr indent="0" lvl="0" marL="0" rtl="0" algn="l">
              <a:spcBef>
                <a:spcPts val="533"/>
              </a:spcBef>
              <a:spcAft>
                <a:spcPts val="0"/>
              </a:spcAft>
              <a:buClr>
                <a:schemeClr val="dk1"/>
              </a:buClr>
              <a:buSzPts val="2667"/>
              <a:buNone/>
            </a:pPr>
            <a:r>
              <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double _xCenter = 0; </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double _yCenter = 0;</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double _xMarker = 0; </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double _yMarker = 0;</a:t>
            </a:r>
            <a:endParaRPr/>
          </a:p>
        </p:txBody>
      </p:sp>
      <p:sp>
        <p:nvSpPr>
          <p:cNvPr id="157" name="Google Shape;157;p6"/>
          <p:cNvSpPr txBox="1"/>
          <p:nvPr/>
        </p:nvSpPr>
        <p:spPr>
          <a:xfrm>
            <a:off x="4809506" y="3115767"/>
            <a:ext cx="618704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Show the location in a simple widget: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0" i="0" lang="en-ID" sz="1800">
                <a:solidFill>
                  <a:srgbClr val="FF0000"/>
                </a:solidFill>
                <a:latin typeface="Consolas"/>
                <a:ea typeface="Consolas"/>
                <a:cs typeface="Consolas"/>
                <a:sym typeface="Consolas"/>
              </a:rPr>
              <a:t>Center(child: Text(" $_xMarker, $_yMarker")),</a:t>
            </a:r>
            <a:endParaRPr sz="1800">
              <a:solidFill>
                <a:srgbClr val="FF0000"/>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_getXY()</a:t>
            </a:r>
            <a:endParaRPr/>
          </a:p>
        </p:txBody>
      </p:sp>
      <p:sp>
        <p:nvSpPr>
          <p:cNvPr id="163" name="Google Shape;163;p8"/>
          <p:cNvSpPr txBox="1"/>
          <p:nvPr>
            <p:ph idx="1" type="body"/>
          </p:nvPr>
        </p:nvSpPr>
        <p:spPr>
          <a:xfrm>
            <a:off x="609600" y="1600201"/>
            <a:ext cx="688402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1400"/>
              <a:buNone/>
            </a:pPr>
            <a:r>
              <a:rPr lang="en-ID" sz="1400">
                <a:solidFill>
                  <a:srgbClr val="FF0000"/>
                </a:solidFill>
                <a:latin typeface="Consolas"/>
                <a:ea typeface="Consolas"/>
                <a:cs typeface="Consolas"/>
                <a:sym typeface="Consolas"/>
              </a:rPr>
              <a:t>void _getXY() async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Location location = Location();</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bool serviceEnabled;</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PermissionStatus permissionGranted;</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LocationData _locationData;</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serviceEnabled = await location.serviceEnabled();</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if (!serviceEnabled)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serviceEnabled = await location.requestService();</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if (!serviceEnabled)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return;</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p:txBody>
      </p:sp>
      <p:sp>
        <p:nvSpPr>
          <p:cNvPr id="164" name="Google Shape;164;p8"/>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rgbClr val="FF0000"/>
              </a:buClr>
              <a:buSzPct val="100000"/>
              <a:buNone/>
            </a:pPr>
            <a:r>
              <a:rPr lang="en-ID" sz="1600">
                <a:solidFill>
                  <a:srgbClr val="FF0000"/>
                </a:solidFill>
                <a:latin typeface="Consolas"/>
                <a:ea typeface="Consolas"/>
                <a:cs typeface="Consolas"/>
                <a:sym typeface="Consolas"/>
              </a:rPr>
              <a:t>permissionGranted = await location.hasPermission();</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if (permissionGranted == PermissionStatus.denied) {</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permissionGranted = await location.requestPermission();</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if (permissionGranted != PermissionStatus.granted) {</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return;</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_locationData = await location.getLocation();</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setState(() {</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_yMarker = _locationData.latitude!;</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_xMarker = _locationData.longitude!;</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a:p>
          <a:p>
            <a:pPr indent="0" lvl="0" marL="0" rtl="0" algn="l">
              <a:spcBef>
                <a:spcPts val="296"/>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Init State</a:t>
            </a:r>
            <a:endParaRPr/>
          </a:p>
        </p:txBody>
      </p:sp>
      <p:sp>
        <p:nvSpPr>
          <p:cNvPr id="170" name="Google Shape;170;p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The variables will be updated with a function _getXY() (will be declared later). Call it at initState().</a:t>
            </a:r>
            <a:endParaRPr/>
          </a:p>
          <a:p>
            <a:pPr indent="0" lvl="0" marL="0" rtl="0" algn="l">
              <a:spcBef>
                <a:spcPts val="533"/>
              </a:spcBef>
              <a:spcAft>
                <a:spcPts val="0"/>
              </a:spcAft>
              <a:buClr>
                <a:schemeClr val="dk1"/>
              </a:buClr>
              <a:buSzPts val="2667"/>
              <a:buNone/>
            </a:pPr>
            <a:r>
              <a:t/>
            </a:r>
            <a:endParaRPr/>
          </a:p>
          <a:p>
            <a:pPr indent="0" lvl="0" marL="0" rtl="0" algn="l">
              <a:spcBef>
                <a:spcPts val="400"/>
              </a:spcBef>
              <a:spcAft>
                <a:spcPts val="0"/>
              </a:spcAft>
              <a:buClr>
                <a:schemeClr val="dk1"/>
              </a:buClr>
              <a:buSzPts val="2000"/>
              <a:buNone/>
            </a:pPr>
            <a:r>
              <a:rPr lang="en-ID" sz="2000">
                <a:latin typeface="Consolas"/>
                <a:ea typeface="Consolas"/>
                <a:cs typeface="Consolas"/>
                <a:sym typeface="Consolas"/>
              </a:rPr>
              <a:t>@override</a:t>
            </a:r>
            <a:endParaRPr/>
          </a:p>
          <a:p>
            <a:pPr indent="0" lvl="0" marL="0" rtl="0" algn="l">
              <a:spcBef>
                <a:spcPts val="400"/>
              </a:spcBef>
              <a:spcAft>
                <a:spcPts val="0"/>
              </a:spcAft>
              <a:buClr>
                <a:schemeClr val="dk1"/>
              </a:buClr>
              <a:buSzPts val="2000"/>
              <a:buNone/>
            </a:pPr>
            <a:r>
              <a:rPr lang="en-ID" sz="2000">
                <a:latin typeface="Consolas"/>
                <a:ea typeface="Consolas"/>
                <a:cs typeface="Consolas"/>
                <a:sym typeface="Consolas"/>
              </a:rPr>
              <a:t>void initState() {</a:t>
            </a:r>
            <a:endParaRPr/>
          </a:p>
          <a:p>
            <a:pPr indent="0" lvl="0" marL="0" rtl="0" algn="l">
              <a:spcBef>
                <a:spcPts val="400"/>
              </a:spcBef>
              <a:spcAft>
                <a:spcPts val="0"/>
              </a:spcAft>
              <a:buClr>
                <a:schemeClr val="dk1"/>
              </a:buClr>
              <a:buSzPts val="2000"/>
              <a:buNone/>
            </a:pPr>
            <a:r>
              <a:rPr lang="en-ID" sz="2000">
                <a:latin typeface="Consolas"/>
                <a:ea typeface="Consolas"/>
                <a:cs typeface="Consolas"/>
                <a:sym typeface="Consolas"/>
              </a:rPr>
              <a:t>  super.initState();</a:t>
            </a:r>
            <a:endParaRPr/>
          </a:p>
          <a:p>
            <a:pPr indent="0" lvl="0" marL="0" rtl="0" algn="l">
              <a:spcBef>
                <a:spcPts val="400"/>
              </a:spcBef>
              <a:spcAft>
                <a:spcPts val="0"/>
              </a:spcAft>
              <a:buClr>
                <a:schemeClr val="dk1"/>
              </a:buClr>
              <a:buSzPts val="2000"/>
              <a:buNone/>
            </a:pPr>
            <a:r>
              <a:rPr lang="en-ID" sz="2000">
                <a:latin typeface="Consolas"/>
                <a:ea typeface="Consolas"/>
                <a:cs typeface="Consolas"/>
                <a:sym typeface="Consolas"/>
              </a:rPr>
              <a:t>  </a:t>
            </a:r>
            <a:r>
              <a:rPr lang="en-ID" sz="2000">
                <a:solidFill>
                  <a:srgbClr val="FF0000"/>
                </a:solidFill>
                <a:latin typeface="Consolas"/>
                <a:ea typeface="Consolas"/>
                <a:cs typeface="Consolas"/>
                <a:sym typeface="Consolas"/>
              </a:rPr>
              <a:t>_getXY();</a:t>
            </a:r>
            <a:endParaRPr/>
          </a:p>
          <a:p>
            <a:pPr indent="0" lvl="0" marL="0" rtl="0" algn="l">
              <a:spcBef>
                <a:spcPts val="400"/>
              </a:spcBef>
              <a:spcAft>
                <a:spcPts val="0"/>
              </a:spcAft>
              <a:buClr>
                <a:schemeClr val="dk1"/>
              </a:buClr>
              <a:buSzPts val="2000"/>
              <a:buNone/>
            </a:pPr>
            <a:r>
              <a:rPr lang="en-ID" sz="2000">
                <a:latin typeface="Consolas"/>
                <a:ea typeface="Consolas"/>
                <a:cs typeface="Consolas"/>
                <a:sym typeface="Consolas"/>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Test</a:t>
            </a:r>
            <a:endParaRPr/>
          </a:p>
        </p:txBody>
      </p:sp>
      <p:sp>
        <p:nvSpPr>
          <p:cNvPr id="176" name="Google Shape;176;p9"/>
          <p:cNvSpPr txBox="1"/>
          <p:nvPr>
            <p:ph idx="1" type="body"/>
          </p:nvPr>
        </p:nvSpPr>
        <p:spPr>
          <a:xfrm>
            <a:off x="609600" y="1600201"/>
            <a:ext cx="7566561"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The first time this screen is loaded, Android will ask the location permission. Allow it</a:t>
            </a:r>
            <a:endParaRPr/>
          </a:p>
        </p:txBody>
      </p:sp>
      <p:pic>
        <p:nvPicPr>
          <p:cNvPr id="177" name="Google Shape;177;p9"/>
          <p:cNvPicPr preferRelativeResize="0"/>
          <p:nvPr/>
        </p:nvPicPr>
        <p:blipFill rotWithShape="1">
          <a:blip r:embed="rId3">
            <a:alphaModFix/>
          </a:blip>
          <a:srcRect b="0" l="0" r="0" t="0"/>
          <a:stretch/>
        </p:blipFill>
        <p:spPr>
          <a:xfrm>
            <a:off x="8371485" y="108858"/>
            <a:ext cx="3524250" cy="6248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4756727" y="2906715"/>
            <a:ext cx="6569557" cy="101873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DCE6F2"/>
              </a:buClr>
              <a:buSzPts val="5800"/>
              <a:buFont typeface="Arial"/>
              <a:buNone/>
            </a:pPr>
            <a:r>
              <a:rPr lang="en-ID"/>
              <a:t>DISPLAYING MAP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Displaying Map</a:t>
            </a:r>
            <a:endParaRPr/>
          </a:p>
        </p:txBody>
      </p:sp>
      <p:sp>
        <p:nvSpPr>
          <p:cNvPr id="188" name="Google Shape;188;p1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Some applications shows a map for specific purpose, for example to show some of thematic data location such as stores, hotel, tourist attraction, etc., and sometime also the user current location. There are several plugin for showing map. Here we will use flutter_map and latlong2 plugins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Plugins</a:t>
            </a:r>
            <a:endParaRPr/>
          </a:p>
        </p:txBody>
      </p:sp>
      <p:sp>
        <p:nvSpPr>
          <p:cNvPr id="194" name="Google Shape;194;p1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600"/>
              <a:buNone/>
            </a:pPr>
            <a:r>
              <a:rPr lang="en-ID" u="sng">
                <a:solidFill>
                  <a:schemeClr val="hlink"/>
                </a:solidFill>
                <a:hlinkClick r:id="rId3"/>
              </a:rPr>
              <a:t>https://pub.dev/packages/flutter_map</a:t>
            </a:r>
            <a:endParaRPr/>
          </a:p>
          <a:p>
            <a:pPr indent="0" lvl="0" marL="0" rtl="0" algn="l">
              <a:spcBef>
                <a:spcPts val="520"/>
              </a:spcBef>
              <a:spcAft>
                <a:spcPts val="0"/>
              </a:spcAft>
              <a:buClr>
                <a:schemeClr val="dk1"/>
              </a:buClr>
              <a:buSzPts val="2600"/>
              <a:buNone/>
            </a:pPr>
            <a:r>
              <a:rPr lang="en-ID" u="sng">
                <a:solidFill>
                  <a:schemeClr val="hlink"/>
                </a:solidFill>
                <a:hlinkClick r:id="rId4"/>
              </a:rPr>
              <a:t>https://pub.dev/packages/latlong2</a:t>
            </a:r>
            <a:endParaRPr/>
          </a:p>
          <a:p>
            <a:pPr indent="0" lvl="0" marL="0" rtl="0" algn="l">
              <a:spcBef>
                <a:spcPts val="533"/>
              </a:spcBef>
              <a:spcAft>
                <a:spcPts val="0"/>
              </a:spcAft>
              <a:buClr>
                <a:schemeClr val="dk1"/>
              </a:buClr>
              <a:buSzPts val="2667"/>
              <a:buNone/>
            </a:pPr>
            <a:r>
              <a:t/>
            </a:r>
            <a:endParaRPr/>
          </a:p>
          <a:p>
            <a:pPr indent="0" lvl="0" marL="0" rtl="0" algn="l">
              <a:spcBef>
                <a:spcPts val="520"/>
              </a:spcBef>
              <a:spcAft>
                <a:spcPts val="0"/>
              </a:spcAft>
              <a:buClr>
                <a:schemeClr val="dk1"/>
              </a:buClr>
              <a:buSzPts val="2600"/>
              <a:buNone/>
            </a:pPr>
            <a:r>
              <a:rPr lang="en-ID"/>
              <a:t>Add to pubspec.yaml:</a:t>
            </a:r>
            <a:endParaRPr/>
          </a:p>
          <a:p>
            <a:pPr indent="0" lvl="0" marL="0" rtl="0" algn="l">
              <a:spcBef>
                <a:spcPts val="520"/>
              </a:spcBef>
              <a:spcAft>
                <a:spcPts val="0"/>
              </a:spcAft>
              <a:buClr>
                <a:srgbClr val="FF0000"/>
              </a:buClr>
              <a:buSzPts val="2600"/>
              <a:buNone/>
            </a:pPr>
            <a:r>
              <a:rPr lang="en-ID">
                <a:solidFill>
                  <a:srgbClr val="FF0000"/>
                </a:solidFill>
              </a:rPr>
              <a:t>flutter_map: ^8.2.2</a:t>
            </a:r>
            <a:endParaRPr/>
          </a:p>
          <a:p>
            <a:pPr indent="0" lvl="0" marL="0" rtl="0" algn="l">
              <a:spcBef>
                <a:spcPts val="520"/>
              </a:spcBef>
              <a:spcAft>
                <a:spcPts val="0"/>
              </a:spcAft>
              <a:buClr>
                <a:srgbClr val="FF0000"/>
              </a:buClr>
              <a:buSzPts val="2600"/>
              <a:buNone/>
            </a:pPr>
            <a:r>
              <a:rPr lang="en-ID">
                <a:solidFill>
                  <a:srgbClr val="FF0000"/>
                </a:solidFill>
              </a:rPr>
              <a:t>latlong2: ^0.9.1</a:t>
            </a:r>
            <a:endParaRPr/>
          </a:p>
          <a:p>
            <a:pPr indent="0" lvl="0" marL="0" rtl="0" algn="l">
              <a:spcBef>
                <a:spcPts val="533"/>
              </a:spcBef>
              <a:spcAft>
                <a:spcPts val="0"/>
              </a:spcAft>
              <a:buClr>
                <a:schemeClr val="dk1"/>
              </a:buClr>
              <a:buSzPts val="2667"/>
              <a:buNone/>
            </a:pPr>
            <a:r>
              <a:t/>
            </a:r>
            <a:endParaRPr/>
          </a:p>
          <a:p>
            <a:pPr indent="0" lvl="0" marL="0" rtl="0" algn="l">
              <a:spcBef>
                <a:spcPts val="520"/>
              </a:spcBef>
              <a:spcAft>
                <a:spcPts val="0"/>
              </a:spcAft>
              <a:buClr>
                <a:schemeClr val="dk1"/>
              </a:buClr>
              <a:buSzPts val="2600"/>
              <a:buNone/>
            </a:pPr>
            <a:r>
              <a:rPr lang="en-ID"/>
              <a:t>Imports as necessary:</a:t>
            </a:r>
            <a:endParaRPr/>
          </a:p>
          <a:p>
            <a:pPr indent="0" lvl="0" marL="0" rtl="0" algn="l">
              <a:spcBef>
                <a:spcPts val="520"/>
              </a:spcBef>
              <a:spcAft>
                <a:spcPts val="0"/>
              </a:spcAft>
              <a:buClr>
                <a:srgbClr val="FF0000"/>
              </a:buClr>
              <a:buSzPts val="2600"/>
              <a:buNone/>
            </a:pPr>
            <a:r>
              <a:rPr lang="en-ID">
                <a:solidFill>
                  <a:srgbClr val="FF0000"/>
                </a:solidFill>
              </a:rPr>
              <a:t>import "package:flutter_map/flutter_map.dart";</a:t>
            </a:r>
            <a:endParaRPr/>
          </a:p>
          <a:p>
            <a:pPr indent="0" lvl="0" marL="0" rtl="0" algn="l">
              <a:spcBef>
                <a:spcPts val="520"/>
              </a:spcBef>
              <a:spcAft>
                <a:spcPts val="0"/>
              </a:spcAft>
              <a:buClr>
                <a:srgbClr val="FF0000"/>
              </a:buClr>
              <a:buSzPts val="2600"/>
              <a:buNone/>
            </a:pPr>
            <a:r>
              <a:rPr lang="en-ID">
                <a:solidFill>
                  <a:srgbClr val="FF0000"/>
                </a:solidFill>
              </a:rPr>
              <a:t>import "package:latlong2/latlong.dart";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3"/>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Building Map</a:t>
            </a:r>
            <a:endParaRPr/>
          </a:p>
        </p:txBody>
      </p:sp>
      <p:sp>
        <p:nvSpPr>
          <p:cNvPr id="200" name="Google Shape;200;p1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Add a new function that displays a Map with a marker as a center that is taken from our current position which already obtained in previous section.</a:t>
            </a:r>
            <a:endParaRPr/>
          </a:p>
          <a:p>
            <a:pPr indent="0" lvl="0" marL="0" rtl="0" algn="l">
              <a:spcBef>
                <a:spcPts val="520"/>
              </a:spcBef>
              <a:spcAft>
                <a:spcPts val="0"/>
              </a:spcAft>
              <a:buClr>
                <a:schemeClr val="dk1"/>
              </a:buClr>
              <a:buSzPts val="2600"/>
              <a:buNone/>
            </a:pPr>
            <a:r>
              <a:rPr lang="en-ID"/>
              <a:t>To recenter map, it will need a controller. The map will have 2 layers, the first layer is OpenStreetMap as a base layer, and the second is a point marker layer represented in an heart icon for showing our location.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4"/>
          <p:cNvSpPr txBox="1"/>
          <p:nvPr>
            <p:ph idx="1" type="body"/>
          </p:nvPr>
        </p:nvSpPr>
        <p:spPr>
          <a:xfrm>
            <a:off x="493600" y="741525"/>
            <a:ext cx="5642400" cy="59595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final MapController mapCon = MapController();</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Widget _buildMap() {</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return FlutterMap(</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mapController: mapCon,</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options: MapOptions(</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initialCenter: LatLng(_yCenter, _xCenter),</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initialZoom: 16,</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children: [</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a:t>
            </a:r>
            <a:r>
              <a:rPr lang="en-ID" sz="1466">
                <a:solidFill>
                  <a:srgbClr val="FF0000"/>
                </a:solidFill>
                <a:latin typeface="Consolas"/>
                <a:ea typeface="Consolas"/>
                <a:cs typeface="Consolas"/>
                <a:sym typeface="Consolas"/>
              </a:rPr>
              <a:t>    TileLayer(</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urlTemplate: 'https://tile.openstreetmap.org/{z}/{x}/{y}.png',</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userAgentPackageName: 'com.example.hello_flutter',</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a:t>
            </a:r>
            <a:endParaRPr sz="1466">
              <a:solidFill>
                <a:srgbClr val="FF0000"/>
              </a:solidFill>
              <a:latin typeface="Consolas"/>
              <a:ea typeface="Consolas"/>
              <a:cs typeface="Consolas"/>
              <a:sym typeface="Consolas"/>
            </a:endParaRPr>
          </a:p>
          <a:p>
            <a:pPr indent="0" lvl="0" marL="0" rtl="0" algn="l">
              <a:lnSpc>
                <a:spcPct val="80000"/>
              </a:lnSpc>
              <a:spcBef>
                <a:spcPts val="286"/>
              </a:spcBef>
              <a:spcAft>
                <a:spcPts val="0"/>
              </a:spcAft>
              <a:buClr>
                <a:srgbClr val="FF0000"/>
              </a:buClr>
              <a:buSzPts val="2405"/>
              <a:buNone/>
            </a:pPr>
            <a:r>
              <a:rPr lang="en-ID" sz="1466">
                <a:solidFill>
                  <a:srgbClr val="FF0000"/>
                </a:solidFill>
                <a:latin typeface="Consolas"/>
                <a:ea typeface="Consolas"/>
                <a:cs typeface="Consolas"/>
                <a:sym typeface="Consolas"/>
              </a:rPr>
              <a:t>     </a:t>
            </a:r>
            <a:endParaRPr sz="1466"/>
          </a:p>
        </p:txBody>
      </p:sp>
      <p:sp>
        <p:nvSpPr>
          <p:cNvPr id="206" name="Google Shape;206;p14"/>
          <p:cNvSpPr txBox="1"/>
          <p:nvPr/>
        </p:nvSpPr>
        <p:spPr>
          <a:xfrm>
            <a:off x="6136009" y="741515"/>
            <a:ext cx="5106600" cy="4610400"/>
          </a:xfrm>
          <a:prstGeom prst="rect">
            <a:avLst/>
          </a:prstGeom>
          <a:noFill/>
          <a:ln>
            <a:noFill/>
          </a:ln>
        </p:spPr>
        <p:txBody>
          <a:bodyPr anchorCtr="0" anchor="t" bIns="91425" lIns="91425" spcFirstLastPara="1" rIns="91425" wrap="square" tIns="91425">
            <a:spAutoFit/>
          </a:bodyPr>
          <a:lstStyle/>
          <a:p>
            <a:pPr indent="0" lvl="0" marL="0" rtl="0" algn="l">
              <a:spcBef>
                <a:spcPts val="286"/>
              </a:spcBef>
              <a:spcAft>
                <a:spcPts val="0"/>
              </a:spcAft>
              <a:buNone/>
            </a:pPr>
            <a:r>
              <a:rPr lang="en-ID" sz="1467">
                <a:solidFill>
                  <a:srgbClr val="FF0000"/>
                </a:solidFill>
                <a:latin typeface="Consolas"/>
                <a:ea typeface="Consolas"/>
                <a:cs typeface="Consolas"/>
                <a:sym typeface="Consolas"/>
              </a:rPr>
              <a:t> MarkerLayer(</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markers: [</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Marker(</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point: LatLng(_yMarker, _xMarker),</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width: 24,</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height: 24,</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child: const Icon(</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Icons.favorite,</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color: Colors.pink,</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size: 24,</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  );</a:t>
            </a:r>
            <a:endParaRPr sz="1467">
              <a:solidFill>
                <a:srgbClr val="FF0000"/>
              </a:solidFill>
              <a:latin typeface="Consolas"/>
              <a:ea typeface="Consolas"/>
              <a:cs typeface="Consolas"/>
              <a:sym typeface="Consolas"/>
            </a:endParaRPr>
          </a:p>
          <a:p>
            <a:pPr indent="0" lvl="0" marL="0" rtl="0" algn="l">
              <a:spcBef>
                <a:spcPts val="286"/>
              </a:spcBef>
              <a:spcAft>
                <a:spcPts val="0"/>
              </a:spcAft>
              <a:buNone/>
            </a:pPr>
            <a:r>
              <a:rPr lang="en-ID" sz="1467">
                <a:solidFill>
                  <a:srgbClr val="FF0000"/>
                </a:solidFill>
                <a:latin typeface="Consolas"/>
                <a:ea typeface="Consolas"/>
                <a:cs typeface="Consolas"/>
                <a:sym typeface="Consolas"/>
              </a:rPr>
              <a:t>}</a:t>
            </a:r>
            <a:endParaRPr sz="1467">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Add Widget</a:t>
            </a:r>
            <a:endParaRPr/>
          </a:p>
        </p:txBody>
      </p:sp>
      <p:sp>
        <p:nvSpPr>
          <p:cNvPr id="212" name="Google Shape;212;p1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Add the _buildMap widget function below the X,Y Text</a:t>
            </a:r>
            <a:endParaRPr/>
          </a:p>
          <a:p>
            <a:pPr indent="0" lvl="0" marL="0" rtl="0" algn="l">
              <a:spcBef>
                <a:spcPts val="533"/>
              </a:spcBef>
              <a:spcAft>
                <a:spcPts val="0"/>
              </a:spcAft>
              <a:buClr>
                <a:schemeClr val="dk1"/>
              </a:buClr>
              <a:buSzPts val="2667"/>
              <a:buNone/>
            </a:pPr>
            <a:r>
              <a:t/>
            </a:r>
            <a:endParaRPr/>
          </a:p>
          <a:p>
            <a:pPr indent="0" lvl="0" marL="0" rtl="0" algn="l">
              <a:spcBef>
                <a:spcPts val="480"/>
              </a:spcBef>
              <a:spcAft>
                <a:spcPts val="0"/>
              </a:spcAft>
              <a:buClr>
                <a:schemeClr val="dk1"/>
              </a:buClr>
              <a:buSzPts val="2400"/>
              <a:buNone/>
            </a:pPr>
            <a:r>
              <a:rPr lang="en-ID" sz="2400">
                <a:solidFill>
                  <a:srgbClr val="FF0000"/>
                </a:solidFill>
                <a:latin typeface="Consolas"/>
                <a:ea typeface="Consolas"/>
                <a:cs typeface="Consolas"/>
                <a:sym typeface="Consolas"/>
              </a:rPr>
              <a:t>body: Column(</a:t>
            </a:r>
            <a:endParaRPr sz="2400">
              <a:solidFill>
                <a:srgbClr val="FF0000"/>
              </a:solidFill>
              <a:latin typeface="Consolas"/>
              <a:ea typeface="Consolas"/>
              <a:cs typeface="Consolas"/>
              <a:sym typeface="Consolas"/>
            </a:endParaRPr>
          </a:p>
          <a:p>
            <a:pPr indent="0" lvl="0" marL="0" rtl="0" algn="l">
              <a:spcBef>
                <a:spcPts val="480"/>
              </a:spcBef>
              <a:spcAft>
                <a:spcPts val="0"/>
              </a:spcAft>
              <a:buClr>
                <a:schemeClr val="dk1"/>
              </a:buClr>
              <a:buSzPts val="2400"/>
              <a:buNone/>
            </a:pPr>
            <a:r>
              <a:rPr lang="en-ID" sz="2400">
                <a:solidFill>
                  <a:srgbClr val="FF0000"/>
                </a:solidFill>
                <a:latin typeface="Consolas"/>
                <a:ea typeface="Consolas"/>
                <a:cs typeface="Consolas"/>
                <a:sym typeface="Consolas"/>
              </a:rPr>
              <a:t>        mainAxisAlignment: MainAxisAlignment.center,</a:t>
            </a:r>
            <a:endParaRPr sz="2400">
              <a:solidFill>
                <a:srgbClr val="FF0000"/>
              </a:solidFill>
              <a:latin typeface="Consolas"/>
              <a:ea typeface="Consolas"/>
              <a:cs typeface="Consolas"/>
              <a:sym typeface="Consolas"/>
            </a:endParaRPr>
          </a:p>
          <a:p>
            <a:pPr indent="0" lvl="0" marL="0" rtl="0" algn="l">
              <a:spcBef>
                <a:spcPts val="480"/>
              </a:spcBef>
              <a:spcAft>
                <a:spcPts val="0"/>
              </a:spcAft>
              <a:buClr>
                <a:schemeClr val="dk1"/>
              </a:buClr>
              <a:buSzPts val="2400"/>
              <a:buNone/>
            </a:pPr>
            <a:r>
              <a:rPr lang="en-ID" sz="2400">
                <a:solidFill>
                  <a:srgbClr val="FF0000"/>
                </a:solidFill>
                <a:latin typeface="Consolas"/>
                <a:ea typeface="Consolas"/>
                <a:cs typeface="Consolas"/>
                <a:sym typeface="Consolas"/>
              </a:rPr>
              <a:t>        children: &lt;Widget&gt;[</a:t>
            </a:r>
            <a:endParaRPr sz="2400">
              <a:solidFill>
                <a:srgbClr val="FF0000"/>
              </a:solidFill>
              <a:latin typeface="Consolas"/>
              <a:ea typeface="Consolas"/>
              <a:cs typeface="Consolas"/>
              <a:sym typeface="Consolas"/>
            </a:endParaRPr>
          </a:p>
          <a:p>
            <a:pPr indent="0" lvl="0" marL="0" rtl="0" algn="l">
              <a:spcBef>
                <a:spcPts val="480"/>
              </a:spcBef>
              <a:spcAft>
                <a:spcPts val="0"/>
              </a:spcAft>
              <a:buClr>
                <a:schemeClr val="dk1"/>
              </a:buClr>
              <a:buSzPts val="2400"/>
              <a:buNone/>
            </a:pPr>
            <a:r>
              <a:rPr lang="en-ID" sz="2400">
                <a:solidFill>
                  <a:srgbClr val="FF0000"/>
                </a:solidFill>
                <a:latin typeface="Consolas"/>
                <a:ea typeface="Consolas"/>
                <a:cs typeface="Consolas"/>
                <a:sym typeface="Consolas"/>
              </a:rPr>
              <a:t>          Text(" $_xMarker, $_yMarker"),</a:t>
            </a:r>
            <a:endParaRPr sz="2400">
              <a:solidFill>
                <a:srgbClr val="FF0000"/>
              </a:solidFill>
              <a:latin typeface="Consolas"/>
              <a:ea typeface="Consolas"/>
              <a:cs typeface="Consolas"/>
              <a:sym typeface="Consolas"/>
            </a:endParaRPr>
          </a:p>
          <a:p>
            <a:pPr indent="0" lvl="0" marL="0" rtl="0" algn="l">
              <a:spcBef>
                <a:spcPts val="480"/>
              </a:spcBef>
              <a:spcAft>
                <a:spcPts val="0"/>
              </a:spcAft>
              <a:buClr>
                <a:schemeClr val="dk1"/>
              </a:buClr>
              <a:buSzPts val="2400"/>
              <a:buNone/>
            </a:pPr>
            <a:r>
              <a:rPr lang="en-ID" sz="2400">
                <a:solidFill>
                  <a:srgbClr val="FF0000"/>
                </a:solidFill>
                <a:latin typeface="Consolas"/>
                <a:ea typeface="Consolas"/>
                <a:cs typeface="Consolas"/>
                <a:sym typeface="Consolas"/>
              </a:rPr>
              <a:t>          SizedBox(height: 400, child: _buildMap()),</a:t>
            </a:r>
            <a:endParaRPr sz="2400">
              <a:solidFill>
                <a:srgbClr val="FF0000"/>
              </a:solidFill>
              <a:latin typeface="Consolas"/>
              <a:ea typeface="Consolas"/>
              <a:cs typeface="Consolas"/>
              <a:sym typeface="Consolas"/>
            </a:endParaRPr>
          </a:p>
          <a:p>
            <a:pPr indent="0" lvl="0" marL="0" rtl="0" algn="l">
              <a:spcBef>
                <a:spcPts val="480"/>
              </a:spcBef>
              <a:spcAft>
                <a:spcPts val="0"/>
              </a:spcAft>
              <a:buClr>
                <a:schemeClr val="dk1"/>
              </a:buClr>
              <a:buSzPts val="2400"/>
              <a:buNone/>
            </a:pPr>
            <a:r>
              <a:rPr lang="en-ID" sz="2400">
                <a:solidFill>
                  <a:srgbClr val="FF0000"/>
                </a:solidFill>
                <a:latin typeface="Consolas"/>
                <a:ea typeface="Consolas"/>
                <a:cs typeface="Consolas"/>
                <a:sym typeface="Consolas"/>
              </a:rPr>
              <a:t>        ],</a:t>
            </a:r>
            <a:endParaRPr sz="2400">
              <a:solidFill>
                <a:srgbClr val="FF0000"/>
              </a:solidFill>
              <a:latin typeface="Consolas"/>
              <a:ea typeface="Consolas"/>
              <a:cs typeface="Consolas"/>
              <a:sym typeface="Consolas"/>
            </a:endParaRPr>
          </a:p>
          <a:p>
            <a:pPr indent="0" lvl="0" marL="0" rtl="0" algn="l">
              <a:spcBef>
                <a:spcPts val="480"/>
              </a:spcBef>
              <a:spcAft>
                <a:spcPts val="0"/>
              </a:spcAft>
              <a:buClr>
                <a:schemeClr val="dk1"/>
              </a:buClr>
              <a:buSzPts val="2400"/>
              <a:buNone/>
            </a:pPr>
            <a:r>
              <a:rPr lang="en-ID" sz="2400">
                <a:solidFill>
                  <a:srgbClr val="FF0000"/>
                </a:solidFill>
                <a:latin typeface="Consolas"/>
                <a:ea typeface="Consolas"/>
                <a:cs typeface="Consolas"/>
                <a:sym typeface="Consolas"/>
              </a:rPr>
              <a:t>      ),</a:t>
            </a:r>
            <a:endParaRPr sz="2400">
              <a:solidFill>
                <a:srgbClr val="FF0000"/>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Center Map</a:t>
            </a:r>
            <a:endParaRPr/>
          </a:p>
        </p:txBody>
      </p:sp>
      <p:sp>
        <p:nvSpPr>
          <p:cNvPr id="218" name="Google Shape;218;p1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chemeClr val="dk1"/>
              </a:buClr>
              <a:buSzPct val="97487"/>
              <a:buNone/>
            </a:pPr>
            <a:r>
              <a:rPr lang="en-ID"/>
              <a:t>Set _xCenter and _yCenter with the same value with our current position, and then re-center the map using move method in the map controller. This code is placed in setState block when we got our X,Y position.</a:t>
            </a:r>
            <a:endParaRPr/>
          </a:p>
          <a:p>
            <a:pPr indent="0" lvl="0" marL="0" rtl="0" algn="l">
              <a:spcBef>
                <a:spcPts val="493"/>
              </a:spcBef>
              <a:spcAft>
                <a:spcPts val="0"/>
              </a:spcAft>
              <a:buClr>
                <a:schemeClr val="dk1"/>
              </a:buClr>
              <a:buSzPct val="100000"/>
              <a:buNone/>
            </a:pPr>
            <a:r>
              <a:t/>
            </a:r>
            <a:endParaRPr/>
          </a:p>
          <a:p>
            <a:pPr indent="0" lvl="0" marL="0" rtl="0" algn="l">
              <a:spcBef>
                <a:spcPts val="407"/>
              </a:spcBef>
              <a:spcAft>
                <a:spcPts val="0"/>
              </a:spcAft>
              <a:buClr>
                <a:schemeClr val="dk1"/>
              </a:buClr>
              <a:buSzPct val="100000"/>
              <a:buNone/>
            </a:pPr>
            <a:r>
              <a:rPr lang="en-ID" sz="2200">
                <a:latin typeface="Consolas"/>
                <a:ea typeface="Consolas"/>
                <a:cs typeface="Consolas"/>
                <a:sym typeface="Consolas"/>
              </a:rPr>
              <a:t>setState(() {</a:t>
            </a:r>
            <a:endParaRPr/>
          </a:p>
          <a:p>
            <a:pPr indent="0" lvl="0" marL="0" rtl="0" algn="l">
              <a:spcBef>
                <a:spcPts val="407"/>
              </a:spcBef>
              <a:spcAft>
                <a:spcPts val="0"/>
              </a:spcAft>
              <a:buClr>
                <a:schemeClr val="dk1"/>
              </a:buClr>
              <a:buSzPct val="100000"/>
              <a:buNone/>
            </a:pPr>
            <a:r>
              <a:rPr lang="en-ID" sz="2200">
                <a:latin typeface="Consolas"/>
                <a:ea typeface="Consolas"/>
                <a:cs typeface="Consolas"/>
                <a:sym typeface="Consolas"/>
              </a:rPr>
              <a:t>  _yMarker = _locationData.latitude!;</a:t>
            </a:r>
            <a:endParaRPr/>
          </a:p>
          <a:p>
            <a:pPr indent="0" lvl="0" marL="0" rtl="0" algn="l">
              <a:spcBef>
                <a:spcPts val="407"/>
              </a:spcBef>
              <a:spcAft>
                <a:spcPts val="0"/>
              </a:spcAft>
              <a:buClr>
                <a:schemeClr val="dk1"/>
              </a:buClr>
              <a:buSzPct val="100000"/>
              <a:buNone/>
            </a:pPr>
            <a:r>
              <a:rPr lang="en-ID" sz="2200">
                <a:latin typeface="Consolas"/>
                <a:ea typeface="Consolas"/>
                <a:cs typeface="Consolas"/>
                <a:sym typeface="Consolas"/>
              </a:rPr>
              <a:t>  _xMarker = _locationData.longitude!;</a:t>
            </a:r>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_yCenter = _locationData.latitude!;</a:t>
            </a:r>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_xCenter = _locationData.longitude!;</a:t>
            </a:r>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mapCon.move(LatLng(_yCenter, _xCenter), mapCon.camera.zoom);</a:t>
            </a:r>
            <a:endParaRPr/>
          </a:p>
          <a:p>
            <a:pPr indent="0" lvl="0" marL="0" rtl="0" algn="l">
              <a:spcBef>
                <a:spcPts val="407"/>
              </a:spcBef>
              <a:spcAft>
                <a:spcPts val="0"/>
              </a:spcAft>
              <a:buClr>
                <a:schemeClr val="dk1"/>
              </a:buClr>
              <a:buSzPct val="100000"/>
              <a:buNone/>
            </a:pPr>
            <a:r>
              <a:rPr lang="en-ID" sz="2200">
                <a:latin typeface="Consolas"/>
                <a:ea typeface="Consolas"/>
                <a:cs typeface="Consolas"/>
                <a:sym typeface="Consolas"/>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Result</a:t>
            </a:r>
            <a:endParaRPr/>
          </a:p>
        </p:txBody>
      </p:sp>
      <p:sp>
        <p:nvSpPr>
          <p:cNvPr id="224" name="Google Shape;224;p17"/>
          <p:cNvSpPr txBox="1"/>
          <p:nvPr>
            <p:ph idx="1" type="body"/>
          </p:nvPr>
        </p:nvSpPr>
        <p:spPr>
          <a:xfrm>
            <a:off x="609600" y="1600201"/>
            <a:ext cx="79629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Depending on your current location, your result may differ with what shown here</a:t>
            </a:r>
            <a:endParaRPr/>
          </a:p>
          <a:p>
            <a:pPr indent="0" lvl="0" marL="0" rtl="0" algn="l">
              <a:spcBef>
                <a:spcPts val="520"/>
              </a:spcBef>
              <a:spcAft>
                <a:spcPts val="0"/>
              </a:spcAft>
              <a:buClr>
                <a:schemeClr val="dk1"/>
              </a:buClr>
              <a:buSzPts val="2600"/>
              <a:buNone/>
            </a:pPr>
            <a:r>
              <a:rPr lang="en-ID"/>
              <a:t>Make sure that the location service is turned on!</a:t>
            </a:r>
            <a:endParaRPr/>
          </a:p>
        </p:txBody>
      </p:sp>
      <p:pic>
        <p:nvPicPr>
          <p:cNvPr id="225" name="Google Shape;225;p17"/>
          <p:cNvPicPr preferRelativeResize="0"/>
          <p:nvPr/>
        </p:nvPicPr>
        <p:blipFill rotWithShape="1">
          <a:blip r:embed="rId3">
            <a:alphaModFix/>
          </a:blip>
          <a:srcRect b="0" l="0" r="0" t="0"/>
          <a:stretch/>
        </p:blipFill>
        <p:spPr>
          <a:xfrm>
            <a:off x="8793956" y="731836"/>
            <a:ext cx="2933700" cy="51625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Using Emulator?</a:t>
            </a:r>
            <a:endParaRPr/>
          </a:p>
        </p:txBody>
      </p:sp>
      <p:sp>
        <p:nvSpPr>
          <p:cNvPr id="231" name="Google Shape;231;p18"/>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If your map points to somewhere else you don’t recognize, it’s because the emulator’s location is set to Googleplex by default</a:t>
            </a:r>
            <a:endParaRPr/>
          </a:p>
          <a:p>
            <a:pPr indent="0" lvl="0" marL="0" rtl="0" algn="l">
              <a:spcBef>
                <a:spcPts val="520"/>
              </a:spcBef>
              <a:spcAft>
                <a:spcPts val="0"/>
              </a:spcAft>
              <a:buClr>
                <a:schemeClr val="dk1"/>
              </a:buClr>
              <a:buSzPts val="2600"/>
              <a:buNone/>
            </a:pPr>
            <a:r>
              <a:rPr lang="en-ID"/>
              <a:t>Change it first in Extended Controls to your location manually (don’t forget to click Set Location)</a:t>
            </a:r>
            <a:endParaRPr/>
          </a:p>
        </p:txBody>
      </p:sp>
      <p:pic>
        <p:nvPicPr>
          <p:cNvPr id="232" name="Google Shape;232;p18"/>
          <p:cNvPicPr preferRelativeResize="0"/>
          <p:nvPr/>
        </p:nvPicPr>
        <p:blipFill rotWithShape="1">
          <a:blip r:embed="rId3">
            <a:alphaModFix/>
          </a:blip>
          <a:srcRect b="0" l="0" r="0" t="0"/>
          <a:stretch/>
        </p:blipFill>
        <p:spPr>
          <a:xfrm>
            <a:off x="6197600" y="1729456"/>
            <a:ext cx="5384800" cy="426745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9"/>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Still pointing to Googleplex?</a:t>
            </a:r>
            <a:endParaRPr/>
          </a:p>
        </p:txBody>
      </p:sp>
      <p:sp>
        <p:nvSpPr>
          <p:cNvPr id="238" name="Google Shape;238;p19"/>
          <p:cNvSpPr txBox="1"/>
          <p:nvPr>
            <p:ph idx="1" type="body"/>
          </p:nvPr>
        </p:nvSpPr>
        <p:spPr>
          <a:xfrm>
            <a:off x="609600" y="1600201"/>
            <a:ext cx="8350332"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If somehow your emulator still points to Googleplex, try these steps:</a:t>
            </a:r>
            <a:endParaRPr/>
          </a:p>
          <a:p>
            <a:pPr indent="-457189" lvl="0" marL="457189" rtl="0" algn="l">
              <a:spcBef>
                <a:spcPts val="520"/>
              </a:spcBef>
              <a:spcAft>
                <a:spcPts val="0"/>
              </a:spcAft>
              <a:buClr>
                <a:schemeClr val="dk1"/>
              </a:buClr>
              <a:buSzPts val="2600"/>
              <a:buChar char="•"/>
            </a:pPr>
            <a:r>
              <a:rPr lang="en-ID"/>
              <a:t>Open Google Maps (don’t forget to allow location)</a:t>
            </a:r>
            <a:endParaRPr/>
          </a:p>
          <a:p>
            <a:pPr indent="-457189" lvl="0" marL="457189" rtl="0" algn="l">
              <a:spcBef>
                <a:spcPts val="520"/>
              </a:spcBef>
              <a:spcAft>
                <a:spcPts val="0"/>
              </a:spcAft>
              <a:buClr>
                <a:schemeClr val="dk1"/>
              </a:buClr>
              <a:buSzPts val="2600"/>
              <a:buChar char="•"/>
            </a:pPr>
            <a:r>
              <a:rPr lang="en-ID"/>
              <a:t>Set to current location (you might need to click the location button)</a:t>
            </a:r>
            <a:endParaRPr/>
          </a:p>
          <a:p>
            <a:pPr indent="-457189" lvl="0" marL="457189" rtl="0" algn="l">
              <a:spcBef>
                <a:spcPts val="520"/>
              </a:spcBef>
              <a:spcAft>
                <a:spcPts val="0"/>
              </a:spcAft>
              <a:buClr>
                <a:schemeClr val="dk1"/>
              </a:buClr>
              <a:buSzPts val="2600"/>
              <a:buChar char="•"/>
            </a:pPr>
            <a:r>
              <a:rPr lang="en-ID"/>
              <a:t>Go back to your app and reopen the MyMap screen</a:t>
            </a:r>
            <a:endParaRPr/>
          </a:p>
          <a:p>
            <a:pPr indent="-287834" lvl="0" marL="457189" rtl="0" algn="l">
              <a:spcBef>
                <a:spcPts val="533"/>
              </a:spcBef>
              <a:spcAft>
                <a:spcPts val="0"/>
              </a:spcAft>
              <a:buClr>
                <a:schemeClr val="dk1"/>
              </a:buClr>
              <a:buSzPts val="2667"/>
              <a:buNone/>
            </a:pPr>
            <a:r>
              <a:t/>
            </a:r>
            <a:endParaRPr/>
          </a:p>
        </p:txBody>
      </p:sp>
      <p:pic>
        <p:nvPicPr>
          <p:cNvPr descr="Sebuah gambar berisi peta&#10;&#10;Deskripsi dibuat secara otomatis" id="239" name="Google Shape;239;p19"/>
          <p:cNvPicPr preferRelativeResize="0"/>
          <p:nvPr/>
        </p:nvPicPr>
        <p:blipFill rotWithShape="1">
          <a:blip r:embed="rId3">
            <a:alphaModFix/>
          </a:blip>
          <a:srcRect b="0" l="0" r="0" t="0"/>
          <a:stretch/>
        </p:blipFill>
        <p:spPr>
          <a:xfrm>
            <a:off x="9215252" y="727365"/>
            <a:ext cx="2838320" cy="58221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type="title"/>
          </p:nvPr>
        </p:nvSpPr>
        <p:spPr>
          <a:xfrm>
            <a:off x="4236599" y="2906725"/>
            <a:ext cx="7089600" cy="10188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DCE6F2"/>
              </a:buClr>
              <a:buSzPct val="98858"/>
              <a:buFont typeface="Arial"/>
              <a:buNone/>
            </a:pPr>
            <a:r>
              <a:rPr lang="en-ID"/>
              <a:t>REALTIME POSITION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Realtime Position</a:t>
            </a:r>
            <a:endParaRPr/>
          </a:p>
        </p:txBody>
      </p:sp>
      <p:sp>
        <p:nvSpPr>
          <p:cNvPr id="250" name="Google Shape;250;p2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Clr>
                <a:schemeClr val="dk1"/>
              </a:buClr>
              <a:buSzPts val="2600"/>
              <a:buNone/>
            </a:pPr>
            <a:r>
              <a:rPr lang="en-ID"/>
              <a:t>Several popular application nowadays have a screen that show a real time position of something time by time in the map. For example: Grab, Gojek, or online taxi app that show us the location of the car when heading to our position or when it bring us to a certain destination.</a:t>
            </a:r>
            <a:endParaRPr/>
          </a:p>
          <a:p>
            <a:pPr indent="0" lvl="0" marL="0" rtl="0" algn="l">
              <a:spcBef>
                <a:spcPts val="493"/>
              </a:spcBef>
              <a:spcAft>
                <a:spcPts val="0"/>
              </a:spcAft>
              <a:buClr>
                <a:schemeClr val="dk1"/>
              </a:buClr>
              <a:buSzPts val="2667"/>
              <a:buNone/>
            </a:pPr>
            <a:r>
              <a:t/>
            </a:r>
            <a:endParaRPr/>
          </a:p>
          <a:p>
            <a:pPr indent="0" lvl="0" marL="0" rtl="0" algn="l">
              <a:spcBef>
                <a:spcPts val="481"/>
              </a:spcBef>
              <a:spcAft>
                <a:spcPts val="0"/>
              </a:spcAft>
              <a:buClr>
                <a:schemeClr val="dk1"/>
              </a:buClr>
              <a:buSzPts val="2600"/>
              <a:buNone/>
            </a:pPr>
            <a:r>
              <a:rPr lang="en-ID"/>
              <a:t>We will try to show this kind of object, but with a dummy data. This data is represent a taxi position that moving time by time around Surabaya University. The web service can be access at:</a:t>
            </a:r>
            <a:endParaRPr/>
          </a:p>
          <a:p>
            <a:pPr indent="0" lvl="0" marL="0" rtl="0" algn="l">
              <a:spcBef>
                <a:spcPts val="481"/>
              </a:spcBef>
              <a:spcAft>
                <a:spcPts val="0"/>
              </a:spcAft>
              <a:buClr>
                <a:schemeClr val="dk1"/>
              </a:buClr>
              <a:buSzPts val="2600"/>
              <a:buNone/>
            </a:pPr>
            <a:r>
              <a:t/>
            </a:r>
            <a:endParaRPr/>
          </a:p>
          <a:p>
            <a:pPr indent="0" lvl="0" marL="0" rtl="0" algn="l">
              <a:spcBef>
                <a:spcPts val="481"/>
              </a:spcBef>
              <a:spcAft>
                <a:spcPts val="0"/>
              </a:spcAft>
              <a:buClr>
                <a:schemeClr val="dk1"/>
              </a:buClr>
              <a:buSzPts val="2600"/>
              <a:buNone/>
            </a:pPr>
            <a:r>
              <a:rPr lang="en-ID" u="sng">
                <a:solidFill>
                  <a:schemeClr val="hlink"/>
                </a:solidFill>
                <a:hlinkClick r:id="rId3"/>
              </a:rPr>
              <a:t>https://ubaya.cloud/posisi_xy.php</a:t>
            </a:r>
            <a:r>
              <a:rPr lang="en-ID"/>
              <a:t> </a:t>
            </a:r>
            <a:endParaRPr/>
          </a:p>
          <a:p>
            <a:pPr indent="0" lvl="0" marL="0" rtl="0" algn="l">
              <a:spcBef>
                <a:spcPts val="493"/>
              </a:spcBef>
              <a:spcAft>
                <a:spcPts val="0"/>
              </a:spcAft>
              <a:buClr>
                <a:schemeClr val="dk1"/>
              </a:buClr>
              <a:buSzPts val="2667"/>
              <a:buNone/>
            </a:pPr>
            <a:r>
              <a:t/>
            </a:r>
            <a:endParaRPr/>
          </a:p>
          <a:p>
            <a:pPr indent="0" lvl="0" marL="0" rtl="0" algn="l">
              <a:spcBef>
                <a:spcPts val="481"/>
              </a:spcBef>
              <a:spcAft>
                <a:spcPts val="0"/>
              </a:spcAft>
              <a:buClr>
                <a:schemeClr val="dk1"/>
              </a:buClr>
              <a:buSzPts val="2600"/>
              <a:buNone/>
            </a:pPr>
            <a:r>
              <a:rPr lang="en-ID"/>
              <a:t>The output form is very simple JSON like this:</a:t>
            </a:r>
            <a:endParaRPr/>
          </a:p>
        </p:txBody>
      </p:sp>
      <p:pic>
        <p:nvPicPr>
          <p:cNvPr id="251" name="Google Shape;251;p21"/>
          <p:cNvPicPr preferRelativeResize="0"/>
          <p:nvPr/>
        </p:nvPicPr>
        <p:blipFill rotWithShape="1">
          <a:blip r:embed="rId4">
            <a:alphaModFix/>
          </a:blip>
          <a:srcRect b="0" l="0" r="0" t="0"/>
          <a:stretch/>
        </p:blipFill>
        <p:spPr>
          <a:xfrm>
            <a:off x="7639050" y="4102894"/>
            <a:ext cx="3200400" cy="2095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2"/>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Preparation</a:t>
            </a:r>
            <a:endParaRPr/>
          </a:p>
        </p:txBody>
      </p:sp>
      <p:sp>
        <p:nvSpPr>
          <p:cNvPr id="257" name="Google Shape;257;p22"/>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Before reading the web service, we will prepare a </a:t>
            </a:r>
            <a:r>
              <a:rPr b="1" lang="en-ID"/>
              <a:t>Timer</a:t>
            </a:r>
            <a:r>
              <a:rPr lang="en-ID"/>
              <a:t> first. The Timer will tick and read the web service in certain interval, for example in a second.</a:t>
            </a:r>
            <a:endParaRPr/>
          </a:p>
          <a:p>
            <a:pPr indent="0" lvl="0" marL="0" rtl="0" algn="l">
              <a:spcBef>
                <a:spcPts val="520"/>
              </a:spcBef>
              <a:spcAft>
                <a:spcPts val="0"/>
              </a:spcAft>
              <a:buClr>
                <a:schemeClr val="dk1"/>
              </a:buClr>
              <a:buSzPts val="2600"/>
              <a:buNone/>
            </a:pPr>
            <a:r>
              <a:rPr lang="en-ID"/>
              <a:t>But before reading the web service, let’s try something simple first: adding _xMarker value periodically.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3"/>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The Functions</a:t>
            </a:r>
            <a:endParaRPr/>
          </a:p>
        </p:txBody>
      </p:sp>
      <p:sp>
        <p:nvSpPr>
          <p:cNvPr id="263" name="Google Shape;263;p23"/>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chemeClr val="dk1"/>
              </a:buClr>
              <a:buSzPct val="97487"/>
              <a:buNone/>
            </a:pPr>
            <a:r>
              <a:rPr lang="en-ID"/>
              <a:t>Create these two functions, first function is the Timer, and the second is a function that is called in the timer tick (every second). Later, this second function will be used for calling the web service (here is the dummy web service) and redraw the interface including the map and its objects. Therefore this second function use setState.</a:t>
            </a:r>
            <a:endParaRPr/>
          </a:p>
          <a:p>
            <a:pPr indent="0" lvl="0" marL="0" rtl="0" algn="l">
              <a:spcBef>
                <a:spcPts val="453"/>
              </a:spcBef>
              <a:spcAft>
                <a:spcPts val="0"/>
              </a:spcAft>
              <a:buClr>
                <a:schemeClr val="dk1"/>
              </a:buClr>
              <a:buSzPct val="100000"/>
              <a:buNone/>
            </a:pPr>
            <a:r>
              <a:t/>
            </a:r>
            <a:endParaRPr/>
          </a:p>
          <a:p>
            <a:pPr indent="0" lvl="0" marL="0" rtl="0" algn="l">
              <a:spcBef>
                <a:spcPts val="442"/>
              </a:spcBef>
              <a:spcAft>
                <a:spcPts val="0"/>
              </a:spcAft>
              <a:buClr>
                <a:schemeClr val="dk1"/>
              </a:buClr>
              <a:buSzPct val="97487"/>
              <a:buNone/>
            </a:pPr>
            <a:r>
              <a:rPr lang="en-ID"/>
              <a:t>In our first experiment, it just adds the _xMarker value with a little number (in degree) to make our marker moves to the east every second.</a:t>
            </a:r>
            <a:endParaRPr/>
          </a:p>
        </p:txBody>
      </p:sp>
      <p:sp>
        <p:nvSpPr>
          <p:cNvPr id="264" name="Google Shape;264;p23"/>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rgbClr val="FF0000"/>
              </a:buClr>
              <a:buSzPct val="100000"/>
              <a:buNone/>
            </a:pPr>
            <a:r>
              <a:rPr lang="en-ID" sz="1600">
                <a:solidFill>
                  <a:srgbClr val="FF0000"/>
                </a:solidFill>
                <a:latin typeface="Consolas"/>
                <a:ea typeface="Consolas"/>
                <a:cs typeface="Consolas"/>
                <a:sym typeface="Consolas"/>
              </a:rPr>
              <a:t>late Timer _timer;</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startTimer() {</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_timer = Timer.periodic(const Duration(milliseconds: 1000), (timer) {</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updateMap();</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updateMap() {</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setState(() {</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_xMarker = _xMarker + 0.0005;</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@override</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void dispose() {</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_timer.cancel();</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  super.dispose();</a:t>
            </a:r>
            <a:endParaRPr/>
          </a:p>
          <a:p>
            <a:pPr indent="0" lvl="0" marL="0" rtl="0" algn="l">
              <a:spcBef>
                <a:spcPts val="272"/>
              </a:spcBef>
              <a:spcAft>
                <a:spcPts val="0"/>
              </a:spcAft>
              <a:buClr>
                <a:srgbClr val="FF0000"/>
              </a:buClr>
              <a:buSzPct val="100000"/>
              <a:buNone/>
            </a:pPr>
            <a:r>
              <a:rPr lang="en-ID" sz="1600">
                <a:solidFill>
                  <a:srgbClr val="FF0000"/>
                </a:solidFill>
                <a:latin typeface="Consolas"/>
                <a:ea typeface="Consolas"/>
                <a:cs typeface="Consolas"/>
                <a:sym typeface="Consolas"/>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Call and Run</a:t>
            </a:r>
            <a:endParaRPr/>
          </a:p>
        </p:txBody>
      </p:sp>
      <p:sp>
        <p:nvSpPr>
          <p:cNvPr id="270" name="Google Shape;270;p24"/>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Call the timer in initState()</a:t>
            </a:r>
            <a:endParaRPr/>
          </a:p>
          <a:p>
            <a:pPr indent="0" lvl="0" marL="0" rtl="0" algn="l">
              <a:spcBef>
                <a:spcPts val="480"/>
              </a:spcBef>
              <a:spcAft>
                <a:spcPts val="0"/>
              </a:spcAft>
              <a:buClr>
                <a:schemeClr val="dk1"/>
              </a:buClr>
              <a:buSzPts val="2400"/>
              <a:buNone/>
            </a:pPr>
            <a:r>
              <a:rPr lang="en-ID" sz="2400">
                <a:latin typeface="Consolas"/>
                <a:ea typeface="Consolas"/>
                <a:cs typeface="Consolas"/>
                <a:sym typeface="Consolas"/>
              </a:rPr>
              <a:t>void initState() {</a:t>
            </a:r>
            <a:endParaRPr/>
          </a:p>
          <a:p>
            <a:pPr indent="0" lvl="0" marL="0" rtl="0" algn="l">
              <a:spcBef>
                <a:spcPts val="480"/>
              </a:spcBef>
              <a:spcAft>
                <a:spcPts val="0"/>
              </a:spcAft>
              <a:buClr>
                <a:schemeClr val="dk1"/>
              </a:buClr>
              <a:buSzPts val="2400"/>
              <a:buNone/>
            </a:pPr>
            <a:r>
              <a:rPr lang="en-ID" sz="2400">
                <a:latin typeface="Consolas"/>
                <a:ea typeface="Consolas"/>
                <a:cs typeface="Consolas"/>
                <a:sym typeface="Consolas"/>
              </a:rPr>
              <a:t>    super.initState();</a:t>
            </a:r>
            <a:endParaRPr/>
          </a:p>
          <a:p>
            <a:pPr indent="0" lvl="0" marL="0" rtl="0" algn="l">
              <a:spcBef>
                <a:spcPts val="480"/>
              </a:spcBef>
              <a:spcAft>
                <a:spcPts val="0"/>
              </a:spcAft>
              <a:buClr>
                <a:schemeClr val="dk1"/>
              </a:buClr>
              <a:buSzPts val="2400"/>
              <a:buNone/>
            </a:pPr>
            <a:r>
              <a:rPr lang="en-ID" sz="2400">
                <a:latin typeface="Consolas"/>
                <a:ea typeface="Consolas"/>
                <a:cs typeface="Consolas"/>
                <a:sym typeface="Consolas"/>
              </a:rPr>
              <a:t>    _getXY();</a:t>
            </a:r>
            <a:endParaRPr/>
          </a:p>
          <a:p>
            <a:pPr indent="0" lvl="0" marL="0" rtl="0" algn="l">
              <a:spcBef>
                <a:spcPts val="480"/>
              </a:spcBef>
              <a:spcAft>
                <a:spcPts val="0"/>
              </a:spcAft>
              <a:buClr>
                <a:schemeClr val="dk1"/>
              </a:buClr>
              <a:buSzPts val="2400"/>
              <a:buNone/>
            </a:pPr>
            <a:r>
              <a:rPr lang="en-ID" sz="2400">
                <a:latin typeface="Consolas"/>
                <a:ea typeface="Consolas"/>
                <a:cs typeface="Consolas"/>
                <a:sym typeface="Consolas"/>
              </a:rPr>
              <a:t>    </a:t>
            </a:r>
            <a:r>
              <a:rPr lang="en-ID" sz="2400">
                <a:solidFill>
                  <a:srgbClr val="FF0000"/>
                </a:solidFill>
                <a:latin typeface="Consolas"/>
                <a:ea typeface="Consolas"/>
                <a:cs typeface="Consolas"/>
                <a:sym typeface="Consolas"/>
              </a:rPr>
              <a:t>startTimer();</a:t>
            </a:r>
            <a:endParaRPr/>
          </a:p>
          <a:p>
            <a:pPr indent="0" lvl="0" marL="0" rtl="0" algn="l">
              <a:spcBef>
                <a:spcPts val="480"/>
              </a:spcBef>
              <a:spcAft>
                <a:spcPts val="0"/>
              </a:spcAft>
              <a:buClr>
                <a:schemeClr val="dk1"/>
              </a:buClr>
              <a:buSzPts val="2400"/>
              <a:buNone/>
            </a:pPr>
            <a:r>
              <a:rPr lang="en-ID" sz="2400">
                <a:latin typeface="Consolas"/>
                <a:ea typeface="Consolas"/>
                <a:cs typeface="Consolas"/>
                <a:sym typeface="Consolas"/>
              </a:rPr>
              <a:t>  }</a:t>
            </a:r>
            <a:endParaRPr/>
          </a:p>
          <a:p>
            <a:pPr indent="0" lvl="0" marL="0" rtl="0" algn="l">
              <a:spcBef>
                <a:spcPts val="520"/>
              </a:spcBef>
              <a:spcAft>
                <a:spcPts val="0"/>
              </a:spcAft>
              <a:buClr>
                <a:schemeClr val="dk1"/>
              </a:buClr>
              <a:buSzPts val="2600"/>
              <a:buNone/>
            </a:pPr>
            <a:r>
              <a:rPr lang="en-ID"/>
              <a:t>Run and check the result. If the marker moves to the east every second, our functions are ready to use.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5"/>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Using Web Service</a:t>
            </a:r>
            <a:endParaRPr/>
          </a:p>
        </p:txBody>
      </p:sp>
      <p:sp>
        <p:nvSpPr>
          <p:cNvPr id="276" name="Google Shape;276;p25"/>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Now we are ready to use the web service. Make sure that the http package is installed.</a:t>
            </a:r>
            <a:endParaRPr/>
          </a:p>
          <a:p>
            <a:pPr indent="0" lvl="0" marL="0" rtl="0" algn="l">
              <a:spcBef>
                <a:spcPts val="533"/>
              </a:spcBef>
              <a:spcAft>
                <a:spcPts val="0"/>
              </a:spcAft>
              <a:buClr>
                <a:schemeClr val="dk1"/>
              </a:buClr>
              <a:buSzPts val="2667"/>
              <a:buNone/>
            </a:pPr>
            <a:r>
              <a:t/>
            </a:r>
            <a:endParaRPr/>
          </a:p>
          <a:p>
            <a:pPr indent="0" lvl="0" marL="0" rtl="0" algn="l">
              <a:spcBef>
                <a:spcPts val="520"/>
              </a:spcBef>
              <a:spcAft>
                <a:spcPts val="0"/>
              </a:spcAft>
              <a:buClr>
                <a:schemeClr val="dk1"/>
              </a:buClr>
              <a:buSzPts val="2600"/>
              <a:buNone/>
            </a:pPr>
            <a:r>
              <a:rPr lang="en-ID"/>
              <a:t>We will use the Surabaya University hall as our map. In order to view the “taxi” movement, we need to make the map centered around Surabaya . Update the _xCenter and _yCenter with these values: </a:t>
            </a:r>
            <a:endParaRPr/>
          </a:p>
          <a:p>
            <a:pPr indent="0" lvl="0" marL="0" rtl="0" algn="l">
              <a:spcBef>
                <a:spcPts val="533"/>
              </a:spcBef>
              <a:spcAft>
                <a:spcPts val="0"/>
              </a:spcAft>
              <a:buClr>
                <a:schemeClr val="dk1"/>
              </a:buClr>
              <a:buSzPts val="2667"/>
              <a:buNone/>
            </a:pPr>
            <a:r>
              <a:t/>
            </a:r>
            <a:endParaRPr/>
          </a:p>
          <a:p>
            <a:pPr indent="0" lvl="0" marL="0" rtl="0" algn="l">
              <a:spcBef>
                <a:spcPts val="520"/>
              </a:spcBef>
              <a:spcAft>
                <a:spcPts val="0"/>
              </a:spcAft>
              <a:buClr>
                <a:srgbClr val="FF0000"/>
              </a:buClr>
              <a:buSzPts val="2600"/>
              <a:buNone/>
            </a:pPr>
            <a:r>
              <a:rPr lang="en-ID">
                <a:solidFill>
                  <a:srgbClr val="FF0000"/>
                </a:solidFill>
                <a:latin typeface="Consolas"/>
                <a:ea typeface="Consolas"/>
                <a:cs typeface="Consolas"/>
                <a:sym typeface="Consolas"/>
              </a:rPr>
              <a:t>double _yCenter = </a:t>
            </a:r>
            <a:r>
              <a:rPr lang="en-ID">
                <a:solidFill>
                  <a:srgbClr val="FF0000"/>
                </a:solidFill>
                <a:latin typeface="Consolas"/>
                <a:ea typeface="Consolas"/>
                <a:cs typeface="Consolas"/>
                <a:sym typeface="Consolas"/>
              </a:rPr>
              <a:t>-7.320240</a:t>
            </a:r>
            <a:r>
              <a:rPr lang="en-ID">
                <a:solidFill>
                  <a:srgbClr val="FF0000"/>
                </a:solidFill>
                <a:latin typeface="Consolas"/>
                <a:ea typeface="Consolas"/>
                <a:cs typeface="Consolas"/>
                <a:sym typeface="Consolas"/>
              </a:rPr>
              <a:t>;</a:t>
            </a:r>
            <a:endParaRPr/>
          </a:p>
          <a:p>
            <a:pPr indent="0" lvl="0" marL="0" rtl="0" algn="l">
              <a:spcBef>
                <a:spcPts val="520"/>
              </a:spcBef>
              <a:spcAft>
                <a:spcPts val="0"/>
              </a:spcAft>
              <a:buClr>
                <a:srgbClr val="FF0000"/>
              </a:buClr>
              <a:buSzPts val="2600"/>
              <a:buNone/>
            </a:pPr>
            <a:r>
              <a:rPr lang="en-ID">
                <a:solidFill>
                  <a:srgbClr val="FF0000"/>
                </a:solidFill>
                <a:latin typeface="Consolas"/>
                <a:ea typeface="Consolas"/>
                <a:cs typeface="Consolas"/>
                <a:sym typeface="Consolas"/>
              </a:rPr>
              <a:t>double _xCenter = </a:t>
            </a:r>
            <a:r>
              <a:rPr lang="en-ID">
                <a:solidFill>
                  <a:srgbClr val="FF0000"/>
                </a:solidFill>
                <a:latin typeface="Consolas"/>
                <a:ea typeface="Consolas"/>
                <a:cs typeface="Consolas"/>
                <a:sym typeface="Consolas"/>
              </a:rPr>
              <a:t>112.767747</a:t>
            </a:r>
            <a:r>
              <a:rPr lang="en-ID">
                <a:solidFill>
                  <a:srgbClr val="FF0000"/>
                </a:solidFill>
                <a:latin typeface="Consolas"/>
                <a:ea typeface="Consolas"/>
                <a:cs typeface="Consolas"/>
                <a:sym typeface="Consolas"/>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Changes</a:t>
            </a:r>
            <a:endParaRPr/>
          </a:p>
        </p:txBody>
      </p:sp>
      <p:sp>
        <p:nvSpPr>
          <p:cNvPr id="282" name="Google Shape;282;p2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Set the zoom level of the map to a lower value:</a:t>
            </a:r>
            <a:endParaRPr/>
          </a:p>
          <a:p>
            <a:pPr indent="0" lvl="0" marL="0" rtl="0" algn="l">
              <a:spcBef>
                <a:spcPts val="520"/>
              </a:spcBef>
              <a:spcAft>
                <a:spcPts val="0"/>
              </a:spcAft>
              <a:buClr>
                <a:schemeClr val="dk1"/>
              </a:buClr>
              <a:buSzPts val="2600"/>
              <a:buNone/>
            </a:pPr>
            <a:r>
              <a:rPr lang="en-ID">
                <a:latin typeface="Consolas"/>
                <a:ea typeface="Consolas"/>
                <a:cs typeface="Consolas"/>
                <a:sym typeface="Consolas"/>
              </a:rPr>
              <a:t>mapController: mapCon,</a:t>
            </a:r>
            <a:endParaRPr>
              <a:latin typeface="Consolas"/>
              <a:ea typeface="Consolas"/>
              <a:cs typeface="Consolas"/>
              <a:sym typeface="Consolas"/>
            </a:endParaRPr>
          </a:p>
          <a:p>
            <a:pPr indent="0" lvl="0" marL="0" rtl="0" algn="l">
              <a:spcBef>
                <a:spcPts val="520"/>
              </a:spcBef>
              <a:spcAft>
                <a:spcPts val="0"/>
              </a:spcAft>
              <a:buClr>
                <a:schemeClr val="dk1"/>
              </a:buClr>
              <a:buSzPts val="2600"/>
              <a:buNone/>
            </a:pPr>
            <a:r>
              <a:rPr lang="en-ID">
                <a:latin typeface="Consolas"/>
                <a:ea typeface="Consolas"/>
                <a:cs typeface="Consolas"/>
                <a:sym typeface="Consolas"/>
              </a:rPr>
              <a:t>      options: MapOptions(</a:t>
            </a:r>
            <a:endParaRPr>
              <a:latin typeface="Consolas"/>
              <a:ea typeface="Consolas"/>
              <a:cs typeface="Consolas"/>
              <a:sym typeface="Consolas"/>
            </a:endParaRPr>
          </a:p>
          <a:p>
            <a:pPr indent="0" lvl="0" marL="0" rtl="0" algn="l">
              <a:spcBef>
                <a:spcPts val="520"/>
              </a:spcBef>
              <a:spcAft>
                <a:spcPts val="0"/>
              </a:spcAft>
              <a:buClr>
                <a:schemeClr val="dk1"/>
              </a:buClr>
              <a:buSzPts val="2600"/>
              <a:buNone/>
            </a:pPr>
            <a:r>
              <a:rPr lang="en-ID">
                <a:latin typeface="Consolas"/>
                <a:ea typeface="Consolas"/>
                <a:cs typeface="Consolas"/>
                <a:sym typeface="Consolas"/>
              </a:rPr>
              <a:t>        initialCenter: LatLng(_yCenter, _xCenter),</a:t>
            </a:r>
            <a:endParaRPr>
              <a:latin typeface="Consolas"/>
              <a:ea typeface="Consolas"/>
              <a:cs typeface="Consolas"/>
              <a:sym typeface="Consolas"/>
            </a:endParaRPr>
          </a:p>
          <a:p>
            <a:pPr indent="0" lvl="0" marL="0" rtl="0" algn="l">
              <a:spcBef>
                <a:spcPts val="520"/>
              </a:spcBef>
              <a:spcAft>
                <a:spcPts val="0"/>
              </a:spcAft>
              <a:buClr>
                <a:schemeClr val="dk1"/>
              </a:buClr>
              <a:buSzPts val="2600"/>
              <a:buNone/>
            </a:pPr>
            <a:r>
              <a:rPr lang="en-ID">
                <a:latin typeface="Consolas"/>
                <a:ea typeface="Consolas"/>
                <a:cs typeface="Consolas"/>
                <a:sym typeface="Consolas"/>
              </a:rPr>
              <a:t>        </a:t>
            </a:r>
            <a:r>
              <a:rPr lang="en-ID">
                <a:solidFill>
                  <a:srgbClr val="FF0000"/>
                </a:solidFill>
                <a:latin typeface="Consolas"/>
                <a:ea typeface="Consolas"/>
                <a:cs typeface="Consolas"/>
                <a:sym typeface="Consolas"/>
              </a:rPr>
              <a:t>initialZoom: 15</a:t>
            </a:r>
            <a:r>
              <a:rPr lang="en-ID">
                <a:latin typeface="Consolas"/>
                <a:ea typeface="Consolas"/>
                <a:cs typeface="Consolas"/>
                <a:sym typeface="Consolas"/>
              </a:rPr>
              <a:t>,</a:t>
            </a:r>
            <a:endParaRPr>
              <a:latin typeface="Consolas"/>
              <a:ea typeface="Consolas"/>
              <a:cs typeface="Consolas"/>
              <a:sym typeface="Consolas"/>
            </a:endParaRPr>
          </a:p>
          <a:p>
            <a:pPr indent="0" lvl="0" marL="0" rtl="0" algn="l">
              <a:spcBef>
                <a:spcPts val="520"/>
              </a:spcBef>
              <a:spcAft>
                <a:spcPts val="0"/>
              </a:spcAft>
              <a:buClr>
                <a:schemeClr val="dk1"/>
              </a:buClr>
              <a:buSzPts val="2600"/>
              <a:buNone/>
            </a:pPr>
            <a:r>
              <a:rPr lang="en-ID">
                <a:latin typeface="Consolas"/>
                <a:ea typeface="Consolas"/>
                <a:cs typeface="Consolas"/>
                <a:sym typeface="Consolas"/>
              </a:rPr>
              <a:t>      ),</a:t>
            </a:r>
            <a:endParaRPr>
              <a:latin typeface="Consolas"/>
              <a:ea typeface="Consolas"/>
              <a:cs typeface="Consolas"/>
              <a:sym typeface="Consolas"/>
            </a:endParaRPr>
          </a:p>
          <a:p>
            <a:pPr indent="0" lvl="0" marL="0" rtl="0" algn="l">
              <a:spcBef>
                <a:spcPts val="520"/>
              </a:spcBef>
              <a:spcAft>
                <a:spcPts val="0"/>
              </a:spcAft>
              <a:buClr>
                <a:schemeClr val="dk1"/>
              </a:buClr>
              <a:buSzPts val="2600"/>
              <a:buNone/>
            </a:pPr>
            <a:r>
              <a:rPr lang="en-ID">
                <a:solidFill>
                  <a:srgbClr val="FF0000"/>
                </a:solidFill>
              </a:rPr>
              <a:t>Remove the lines that set _xCenter and _yCenter to current location.</a:t>
            </a:r>
            <a:endParaRPr>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7"/>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Taxi Location and Image</a:t>
            </a:r>
            <a:endParaRPr/>
          </a:p>
        </p:txBody>
      </p:sp>
      <p:sp>
        <p:nvSpPr>
          <p:cNvPr id="288" name="Google Shape;288;p2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dk1"/>
              </a:buClr>
              <a:buSzPct val="97487"/>
              <a:buNone/>
            </a:pPr>
            <a:r>
              <a:rPr lang="en-ID"/>
              <a:t>Add two variables to track taxi location</a:t>
            </a:r>
            <a:endParaRPr/>
          </a:p>
          <a:p>
            <a:pPr indent="0" lvl="0" marL="0" rtl="0" algn="l">
              <a:spcBef>
                <a:spcPts val="481"/>
              </a:spcBef>
              <a:spcAft>
                <a:spcPts val="0"/>
              </a:spcAft>
              <a:buClr>
                <a:srgbClr val="FF0000"/>
              </a:buClr>
              <a:buSzPct val="97487"/>
              <a:buNone/>
            </a:pPr>
            <a:r>
              <a:rPr lang="en-ID">
                <a:solidFill>
                  <a:srgbClr val="FF0000"/>
                </a:solidFill>
                <a:latin typeface="Consolas"/>
                <a:ea typeface="Consolas"/>
                <a:cs typeface="Consolas"/>
                <a:sym typeface="Consolas"/>
              </a:rPr>
              <a:t>double _xTaxi = 0;</a:t>
            </a:r>
            <a:endParaRPr/>
          </a:p>
          <a:p>
            <a:pPr indent="0" lvl="0" marL="0" rtl="0" algn="l">
              <a:spcBef>
                <a:spcPts val="481"/>
              </a:spcBef>
              <a:spcAft>
                <a:spcPts val="0"/>
              </a:spcAft>
              <a:buClr>
                <a:srgbClr val="FF0000"/>
              </a:buClr>
              <a:buSzPct val="97487"/>
              <a:buNone/>
            </a:pPr>
            <a:r>
              <a:rPr lang="en-ID">
                <a:solidFill>
                  <a:srgbClr val="FF0000"/>
                </a:solidFill>
                <a:latin typeface="Consolas"/>
                <a:ea typeface="Consolas"/>
                <a:cs typeface="Consolas"/>
                <a:sym typeface="Consolas"/>
              </a:rPr>
              <a:t>double _yTaxi = 0;</a:t>
            </a:r>
            <a:endParaRPr/>
          </a:p>
          <a:p>
            <a:pPr indent="0" lvl="0" marL="0" rtl="0" algn="l">
              <a:spcBef>
                <a:spcPts val="481"/>
              </a:spcBef>
              <a:spcAft>
                <a:spcPts val="0"/>
              </a:spcAft>
              <a:buClr>
                <a:schemeClr val="dk1"/>
              </a:buClr>
              <a:buSzPct val="97487"/>
              <a:buNone/>
            </a:pPr>
            <a:r>
              <a:rPr lang="en-ID"/>
              <a:t>We need a new Marker object in the map that use this position. We use a taxi image for showing the marker. You can download it from </a:t>
            </a:r>
            <a:r>
              <a:rPr lang="en-ID" u="sng">
                <a:solidFill>
                  <a:schemeClr val="hlink"/>
                </a:solidFill>
                <a:hlinkClick r:id="rId3"/>
              </a:rPr>
              <a:t>https://ubaya.cloud/flutter/fikri/redcar.png</a:t>
            </a:r>
            <a:r>
              <a:rPr lang="en-ID"/>
              <a:t> </a:t>
            </a:r>
            <a:r>
              <a:rPr lang="en-ID"/>
              <a:t>or from another sources. Add it as an image asset or use network.</a:t>
            </a:r>
            <a:endParaRPr/>
          </a:p>
          <a:p>
            <a:pPr indent="0" lvl="0" marL="0" rtl="0" algn="l">
              <a:spcBef>
                <a:spcPts val="407"/>
              </a:spcBef>
              <a:spcAft>
                <a:spcPts val="0"/>
              </a:spcAft>
              <a:buClr>
                <a:srgbClr val="FF0000"/>
              </a:buClr>
              <a:buSzPct val="100000"/>
              <a:buNone/>
            </a:pPr>
            <a:r>
              <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Marker(</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point: LatLng(_yTaxi, _xTaxi),</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width: 30,</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height: 30,</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child: Image.network(</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'https://ubaya.cloud/flutter/fikri/redcar.png',</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fit: BoxFit.contain,</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  ),</a:t>
            </a:r>
            <a:endParaRPr sz="2200">
              <a:solidFill>
                <a:srgbClr val="FF0000"/>
              </a:solidFill>
              <a:latin typeface="Consolas"/>
              <a:ea typeface="Consolas"/>
              <a:cs typeface="Consolas"/>
              <a:sym typeface="Consolas"/>
            </a:endParaRPr>
          </a:p>
          <a:p>
            <a:pPr indent="0" lvl="0" marL="0" rtl="0" algn="l">
              <a:spcBef>
                <a:spcPts val="407"/>
              </a:spcBef>
              <a:spcAft>
                <a:spcPts val="0"/>
              </a:spcAft>
              <a:buClr>
                <a:srgbClr val="FF0000"/>
              </a:buClr>
              <a:buSzPct val="100000"/>
              <a:buNone/>
            </a:pPr>
            <a:r>
              <a:rPr lang="en-ID" sz="2200">
                <a:solidFill>
                  <a:srgbClr val="FF0000"/>
                </a:solidFill>
                <a:latin typeface="Consolas"/>
                <a:ea typeface="Consolas"/>
                <a:cs typeface="Consolas"/>
                <a:sym typeface="Consolas"/>
              </a:rPr>
              <a:t>),</a:t>
            </a:r>
            <a:endParaRPr sz="2200">
              <a:solidFill>
                <a:srgbClr val="FF0000"/>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8"/>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Update Map with JSON</a:t>
            </a:r>
            <a:endParaRPr/>
          </a:p>
        </p:txBody>
      </p:sp>
      <p:sp>
        <p:nvSpPr>
          <p:cNvPr id="294" name="Google Shape;294;p2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chemeClr val="dk1"/>
              </a:buClr>
              <a:buSzPct val="97487"/>
              <a:buNone/>
            </a:pPr>
            <a:r>
              <a:rPr lang="en-ID"/>
              <a:t>We update the updateMap function to call the webservice and then put the JSON value to _xTaxi and _yTaxi.</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updateMap() async {</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final response = await http</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.post(Uri.parse("https://ubaya.cloud/posisi_xy.php"));</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if (response.statusCode == 200) {</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print(response.body);</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Map json = jsonDecode(response.body);</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setState(() {</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_xTaxi = json['x'];</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_yTaxi = json['y'];</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a:t>
            </a:r>
            <a:endParaRPr/>
          </a:p>
          <a:p>
            <a:pPr indent="0" lvl="0" marL="0" rtl="0" algn="l">
              <a:spcBef>
                <a:spcPts val="391"/>
              </a:spcBef>
              <a:spcAft>
                <a:spcPts val="0"/>
              </a:spcAft>
              <a:buClr>
                <a:srgbClr val="FF0000"/>
              </a:buClr>
              <a:buSzPct val="100000"/>
              <a:buNone/>
            </a:pPr>
            <a:r>
              <a:rPr lang="en-ID" sz="2300">
                <a:solidFill>
                  <a:srgbClr val="FF0000"/>
                </a:solidFill>
                <a:latin typeface="Consolas"/>
                <a:ea typeface="Consolas"/>
                <a:cs typeface="Consolas"/>
                <a:sym typeface="Consolas"/>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Test</a:t>
            </a:r>
            <a:endParaRPr/>
          </a:p>
        </p:txBody>
      </p:sp>
      <p:sp>
        <p:nvSpPr>
          <p:cNvPr id="300" name="Google Shape;300;p29"/>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The taxi is shown as moving, but it always faces North</a:t>
            </a:r>
            <a:endParaRPr/>
          </a:p>
        </p:txBody>
      </p:sp>
      <p:pic>
        <p:nvPicPr>
          <p:cNvPr id="301" name="Google Shape;301;p29"/>
          <p:cNvPicPr preferRelativeResize="0"/>
          <p:nvPr/>
        </p:nvPicPr>
        <p:blipFill rotWithShape="1">
          <a:blip r:embed="rId3">
            <a:alphaModFix/>
          </a:blip>
          <a:srcRect b="0" l="0" r="0" t="0"/>
          <a:stretch/>
        </p:blipFill>
        <p:spPr>
          <a:xfrm>
            <a:off x="727240" y="2298370"/>
            <a:ext cx="10001250" cy="3733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0"/>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Refining Car Facing</a:t>
            </a:r>
            <a:endParaRPr/>
          </a:p>
        </p:txBody>
      </p:sp>
      <p:sp>
        <p:nvSpPr>
          <p:cNvPr id="307" name="Google Shape;307;p30"/>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Clr>
                <a:schemeClr val="dk1"/>
              </a:buClr>
              <a:buSzPts val="2600"/>
              <a:buNone/>
            </a:pPr>
            <a:r>
              <a:rPr lang="en-ID"/>
              <a:t>We will refine the taxi direction by rotating the asset image based on its previous location and current location. We will need 3 new variables:</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double _xTaxiPrev = 0;</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double _yTaxiPrev = 0;</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double _angleTaxi = 0;</a:t>
            </a:r>
            <a:endParaRPr/>
          </a:p>
          <a:p>
            <a:pPr indent="0" lvl="0" marL="0" rtl="0" algn="l">
              <a:spcBef>
                <a:spcPts val="520"/>
              </a:spcBef>
              <a:spcAft>
                <a:spcPts val="0"/>
              </a:spcAft>
              <a:buClr>
                <a:schemeClr val="dk1"/>
              </a:buClr>
              <a:buSzPts val="2600"/>
              <a:buNone/>
            </a:pPr>
            <a:r>
              <a:rPr lang="en-ID"/>
              <a:t>For rotating image, we use Transform.rotate widget which wrap our previous Image.assets</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child: Transform.rotate(</a:t>
            </a:r>
            <a:endParaRPr sz="2000">
              <a:solidFill>
                <a:srgbClr val="FF0000"/>
              </a:solidFill>
              <a:latin typeface="Consolas"/>
              <a:ea typeface="Consolas"/>
              <a:cs typeface="Consolas"/>
              <a:sym typeface="Consolas"/>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angle: _angleTaxi,</a:t>
            </a:r>
            <a:endParaRPr sz="2000">
              <a:solidFill>
                <a:srgbClr val="FF0000"/>
              </a:solidFill>
              <a:latin typeface="Consolas"/>
              <a:ea typeface="Consolas"/>
              <a:cs typeface="Consolas"/>
              <a:sym typeface="Consolas"/>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child: Image.network(</a:t>
            </a:r>
            <a:endParaRPr sz="2000">
              <a:solidFill>
                <a:srgbClr val="FF0000"/>
              </a:solidFill>
              <a:latin typeface="Consolas"/>
              <a:ea typeface="Consolas"/>
              <a:cs typeface="Consolas"/>
              <a:sym typeface="Consolas"/>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"https://ubaya.cloud/flutter/fikri/redcar.png",</a:t>
            </a:r>
            <a:endParaRPr sz="2000">
              <a:solidFill>
                <a:srgbClr val="FF0000"/>
              </a:solidFill>
              <a:latin typeface="Consolas"/>
              <a:ea typeface="Consolas"/>
              <a:cs typeface="Consolas"/>
              <a:sym typeface="Consolas"/>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width: 30,</a:t>
            </a:r>
            <a:endParaRPr sz="2000">
              <a:solidFill>
                <a:srgbClr val="FF0000"/>
              </a:solidFill>
              <a:latin typeface="Consolas"/>
              <a:ea typeface="Consolas"/>
              <a:cs typeface="Consolas"/>
              <a:sym typeface="Consolas"/>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a:t>
            </a:r>
            <a:endParaRPr sz="2000">
              <a:solidFill>
                <a:srgbClr val="FF0000"/>
              </a:solidFill>
              <a:latin typeface="Consolas"/>
              <a:ea typeface="Consolas"/>
              <a:cs typeface="Consolas"/>
              <a:sym typeface="Consolas"/>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a:t>
            </a:r>
            <a:endParaRPr sz="2000">
              <a:solidFill>
                <a:srgbClr val="FF0000"/>
              </a:solidFill>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1"/>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Update location</a:t>
            </a:r>
            <a:endParaRPr/>
          </a:p>
        </p:txBody>
      </p:sp>
      <p:sp>
        <p:nvSpPr>
          <p:cNvPr id="313" name="Google Shape;313;p31"/>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We put the calculation after reading web service for the new Taxi location</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setState(() {</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_xTaxiPrev = _xTaxi;</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_yTaxiPrev = _yTaxi;</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_xTaxi = json['x'];</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_yTaxi = json['y'];</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double temp = Math.atan((_xTaxi - _xTaxiPrev) / (_yTaxi - _yTaxiPrev));</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if (_yTaxi &lt; _yTaxiPrev) temp = Math.pi + temp;</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  if (!temp.isNaN) _angleTaxi = temp;</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2"/>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Result</a:t>
            </a:r>
            <a:endParaRPr/>
          </a:p>
        </p:txBody>
      </p:sp>
      <p:sp>
        <p:nvSpPr>
          <p:cNvPr id="319" name="Google Shape;319;p32"/>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Now our taxi will face the correct direction</a:t>
            </a:r>
            <a:endParaRPr/>
          </a:p>
        </p:txBody>
      </p:sp>
      <p:pic>
        <p:nvPicPr>
          <p:cNvPr id="320" name="Google Shape;320;p32"/>
          <p:cNvPicPr preferRelativeResize="0"/>
          <p:nvPr/>
        </p:nvPicPr>
        <p:blipFill rotWithShape="1">
          <a:blip r:embed="rId3">
            <a:alphaModFix/>
          </a:blip>
          <a:srcRect b="0" l="0" r="0" t="0"/>
          <a:stretch/>
        </p:blipFill>
        <p:spPr>
          <a:xfrm>
            <a:off x="6683593" y="1600201"/>
            <a:ext cx="4412813" cy="452596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3"/>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The Math</a:t>
            </a:r>
            <a:endParaRPr/>
          </a:p>
        </p:txBody>
      </p:sp>
      <p:sp>
        <p:nvSpPr>
          <p:cNvPr id="326" name="Google Shape;326;p33"/>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So, how do we calculate the correct angle for the taxi? Using </a:t>
            </a:r>
            <a:r>
              <a:rPr b="1" lang="en-ID"/>
              <a:t>trigonometry</a:t>
            </a:r>
            <a:r>
              <a:rPr lang="en-ID"/>
              <a:t>.</a:t>
            </a:r>
            <a:endParaRPr/>
          </a:p>
          <a:p>
            <a:pPr indent="0" lvl="0" marL="0" rtl="0" algn="l">
              <a:spcBef>
                <a:spcPts val="520"/>
              </a:spcBef>
              <a:spcAft>
                <a:spcPts val="0"/>
              </a:spcAft>
              <a:buClr>
                <a:schemeClr val="dk1"/>
              </a:buClr>
              <a:buSzPts val="2600"/>
              <a:buNone/>
            </a:pPr>
            <a:r>
              <a:rPr lang="en-ID"/>
              <a:t>In Flutter, a 0 rad (0°) rotation points North, and a positive value rotates clockwise around its origin (center)</a:t>
            </a:r>
            <a:endParaRPr/>
          </a:p>
        </p:txBody>
      </p:sp>
      <p:pic>
        <p:nvPicPr>
          <p:cNvPr id="327" name="Google Shape;327;p33"/>
          <p:cNvPicPr preferRelativeResize="0"/>
          <p:nvPr/>
        </p:nvPicPr>
        <p:blipFill rotWithShape="1">
          <a:blip r:embed="rId3">
            <a:alphaModFix/>
          </a:blip>
          <a:srcRect b="0" l="0" r="0" t="0"/>
          <a:stretch/>
        </p:blipFill>
        <p:spPr>
          <a:xfrm>
            <a:off x="3978379" y="3429000"/>
            <a:ext cx="4715565" cy="261470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4"/>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The Trigonometry: atan</a:t>
            </a:r>
            <a:endParaRPr/>
          </a:p>
        </p:txBody>
      </p:sp>
      <p:sp>
        <p:nvSpPr>
          <p:cNvPr id="333" name="Google Shape;333;p34"/>
          <p:cNvSpPr txBox="1"/>
          <p:nvPr>
            <p:ph idx="1" type="body"/>
          </p:nvPr>
        </p:nvSpPr>
        <p:spPr>
          <a:xfrm>
            <a:off x="609600" y="1600201"/>
            <a:ext cx="10972800" cy="4525963"/>
          </a:xfrm>
          <a:prstGeom prst="rect">
            <a:avLst/>
          </a:prstGeom>
          <a:blipFill rotWithShape="1">
            <a:blip r:embed="rId3">
              <a:alphaModFix/>
            </a:blip>
            <a:stretch>
              <a:fillRect b="0" l="-1055" r="0" t="-1347"/>
            </a:stretch>
          </a:blipFill>
          <a:ln>
            <a:noFill/>
          </a:ln>
        </p:spPr>
        <p:txBody>
          <a:bodyPr anchorCtr="0" anchor="t" bIns="45700" lIns="91425" spcFirstLastPara="1" rIns="91425" wrap="square" tIns="45700">
            <a:normAutofit/>
          </a:bodyPr>
          <a:lstStyle/>
          <a:p>
            <a:pPr indent="-457189" lvl="0" marL="457189" rtl="0" algn="l">
              <a:spcBef>
                <a:spcPts val="0"/>
              </a:spcBef>
              <a:spcAft>
                <a:spcPts val="0"/>
              </a:spcAft>
              <a:buSzPts val="2600"/>
              <a:buChar char="•"/>
            </a:pPr>
            <a:r>
              <a:rPr lang="en-ID"/>
              <a:t> </a:t>
            </a:r>
            <a:endParaRPr/>
          </a:p>
        </p:txBody>
      </p:sp>
      <p:sp>
        <p:nvSpPr>
          <p:cNvPr id="334" name="Google Shape;334;p34"/>
          <p:cNvSpPr txBox="1"/>
          <p:nvPr/>
        </p:nvSpPr>
        <p:spPr>
          <a:xfrm>
            <a:off x="4177144" y="3429000"/>
            <a:ext cx="6071261" cy="2040559"/>
          </a:xfrm>
          <a:prstGeom prst="rect">
            <a:avLst/>
          </a:prstGeom>
          <a:blipFill rotWithShape="1">
            <a:blip r:embed="rId4">
              <a:alphaModFix/>
            </a:blip>
            <a:stretch>
              <a:fillRect b="0" l="-802" r="0" t="-179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D" sz="1800">
                <a:latin typeface="Arial"/>
                <a:ea typeface="Arial"/>
                <a:cs typeface="Arial"/>
                <a:sym typeface="Arial"/>
              </a:rPr>
              <a:t> </a:t>
            </a:r>
            <a:endParaRPr/>
          </a:p>
        </p:txBody>
      </p:sp>
      <p:pic>
        <p:nvPicPr>
          <p:cNvPr id="335" name="Google Shape;335;p34"/>
          <p:cNvPicPr preferRelativeResize="0"/>
          <p:nvPr/>
        </p:nvPicPr>
        <p:blipFill rotWithShape="1">
          <a:blip r:embed="rId5">
            <a:alphaModFix/>
          </a:blip>
          <a:srcRect b="0" l="0" r="0" t="0"/>
          <a:stretch/>
        </p:blipFill>
        <p:spPr>
          <a:xfrm>
            <a:off x="726272" y="3170711"/>
            <a:ext cx="3216057" cy="306261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Forming the direction vector</a:t>
            </a:r>
            <a:endParaRPr/>
          </a:p>
        </p:txBody>
      </p:sp>
      <p:sp>
        <p:nvSpPr>
          <p:cNvPr id="341" name="Google Shape;341;p35"/>
          <p:cNvSpPr txBox="1"/>
          <p:nvPr>
            <p:ph idx="1" type="body"/>
          </p:nvPr>
        </p:nvSpPr>
        <p:spPr>
          <a:xfrm>
            <a:off x="609600" y="1600201"/>
            <a:ext cx="10972800" cy="4525963"/>
          </a:xfrm>
          <a:prstGeom prst="rect">
            <a:avLst/>
          </a:prstGeom>
          <a:blipFill rotWithShape="1">
            <a:blip r:embed="rId3">
              <a:alphaModFix/>
            </a:blip>
            <a:stretch>
              <a:fillRect b="0" l="-888" r="0" t="0"/>
            </a:stretch>
          </a:blipFill>
          <a:ln>
            <a:noFill/>
          </a:ln>
        </p:spPr>
        <p:txBody>
          <a:bodyPr anchorCtr="0" anchor="t" bIns="45700" lIns="91425" spcFirstLastPara="1" rIns="91425" wrap="square" tIns="45700">
            <a:normAutofit/>
          </a:bodyPr>
          <a:lstStyle/>
          <a:p>
            <a:pPr indent="-457189" lvl="0" marL="457189" rtl="0" algn="l">
              <a:spcBef>
                <a:spcPts val="0"/>
              </a:spcBef>
              <a:spcAft>
                <a:spcPts val="0"/>
              </a:spcAft>
              <a:buSzPts val="2600"/>
              <a:buChar char="•"/>
            </a:pPr>
            <a:r>
              <a:rPr lang="en-ID"/>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6"/>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Direction Angle</a:t>
            </a:r>
            <a:endParaRPr/>
          </a:p>
        </p:txBody>
      </p:sp>
      <p:sp>
        <p:nvSpPr>
          <p:cNvPr id="347" name="Google Shape;347;p36"/>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From our vector, we know that:</a:t>
            </a:r>
            <a:endParaRPr/>
          </a:p>
          <a:p>
            <a:pPr indent="0" lvl="0" marL="0" rtl="0" algn="l">
              <a:spcBef>
                <a:spcPts val="520"/>
              </a:spcBef>
              <a:spcAft>
                <a:spcPts val="0"/>
              </a:spcAft>
              <a:buClr>
                <a:schemeClr val="dk2"/>
              </a:buClr>
              <a:buSzPts val="2600"/>
              <a:buNone/>
            </a:pPr>
            <a:r>
              <a:rPr lang="en-ID">
                <a:solidFill>
                  <a:schemeClr val="dk2"/>
                </a:solidFill>
              </a:rPr>
              <a:t>x = _xTaxi - _xTaxiPrev</a:t>
            </a:r>
            <a:r>
              <a:rPr lang="en-ID"/>
              <a:t>;</a:t>
            </a:r>
            <a:endParaRPr/>
          </a:p>
          <a:p>
            <a:pPr indent="0" lvl="0" marL="0" rtl="0" algn="l">
              <a:spcBef>
                <a:spcPts val="520"/>
              </a:spcBef>
              <a:spcAft>
                <a:spcPts val="0"/>
              </a:spcAft>
              <a:buClr>
                <a:schemeClr val="accent6"/>
              </a:buClr>
              <a:buSzPts val="2600"/>
              <a:buNone/>
            </a:pPr>
            <a:r>
              <a:rPr lang="en-ID">
                <a:solidFill>
                  <a:schemeClr val="accent6"/>
                </a:solidFill>
              </a:rPr>
              <a:t>y = _yTaxi - _yTaxiPrev;</a:t>
            </a:r>
            <a:endParaRPr/>
          </a:p>
          <a:p>
            <a:pPr indent="0" lvl="0" marL="0" rtl="0" algn="l">
              <a:spcBef>
                <a:spcPts val="520"/>
              </a:spcBef>
              <a:spcAft>
                <a:spcPts val="0"/>
              </a:spcAft>
              <a:buClr>
                <a:schemeClr val="dk1"/>
              </a:buClr>
              <a:buSzPts val="2600"/>
              <a:buNone/>
            </a:pPr>
            <a:r>
              <a:rPr lang="en-ID"/>
              <a:t>Putting them altogether, we get this code:</a:t>
            </a:r>
            <a:endParaRPr/>
          </a:p>
          <a:p>
            <a:pPr indent="0" lvl="0" marL="0" rtl="0" algn="l">
              <a:spcBef>
                <a:spcPts val="520"/>
              </a:spcBef>
              <a:spcAft>
                <a:spcPts val="0"/>
              </a:spcAft>
              <a:buClr>
                <a:srgbClr val="FF0000"/>
              </a:buClr>
              <a:buSzPts val="2600"/>
              <a:buNone/>
            </a:pPr>
            <a:r>
              <a:rPr lang="en-ID">
                <a:solidFill>
                  <a:srgbClr val="FF0000"/>
                </a:solidFill>
              </a:rPr>
              <a:t>double temp = Math.atan(</a:t>
            </a:r>
            <a:r>
              <a:rPr lang="en-ID">
                <a:solidFill>
                  <a:schemeClr val="dk2"/>
                </a:solidFill>
              </a:rPr>
              <a:t>(_xTaxi - _xTaxiPrev)</a:t>
            </a:r>
            <a:r>
              <a:rPr lang="en-ID">
                <a:solidFill>
                  <a:srgbClr val="FF0000"/>
                </a:solidFill>
              </a:rPr>
              <a:t> / </a:t>
            </a:r>
            <a:r>
              <a:rPr lang="en-ID">
                <a:solidFill>
                  <a:schemeClr val="accent6"/>
                </a:solidFill>
              </a:rPr>
              <a:t>(_yTaxi - _yTaxiPrev)</a:t>
            </a:r>
            <a:r>
              <a:rPr lang="en-ID">
                <a:solidFill>
                  <a:srgbClr val="FF0000"/>
                </a:solidFill>
              </a:rPr>
              <a:t>);</a:t>
            </a:r>
            <a:endParaRPr/>
          </a:p>
          <a:p>
            <a:pPr indent="0" lvl="0" marL="0" rtl="0" algn="l">
              <a:spcBef>
                <a:spcPts val="520"/>
              </a:spcBef>
              <a:spcAft>
                <a:spcPts val="0"/>
              </a:spcAft>
              <a:buClr>
                <a:schemeClr val="dk1"/>
              </a:buClr>
              <a:buSzPts val="2600"/>
              <a:buNone/>
            </a:pPr>
            <a:r>
              <a:rPr lang="en-ID"/>
              <a:t>However, the atan() function returns -Math.pi/2 to Math.pi/2, or in degrees, -90 to 90. This means that the rotation can never point down (90 to 270 degrees)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7"/>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When it points down…</a:t>
            </a:r>
            <a:endParaRPr/>
          </a:p>
        </p:txBody>
      </p:sp>
      <p:sp>
        <p:nvSpPr>
          <p:cNvPr id="353" name="Google Shape;353;p37"/>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If we need to rotate downward, then we need to add Math.pi radians (180 degrees) to the angle</a:t>
            </a:r>
            <a:endParaRPr/>
          </a:p>
          <a:p>
            <a:pPr indent="0" lvl="0" marL="0" rtl="0" algn="l">
              <a:spcBef>
                <a:spcPts val="520"/>
              </a:spcBef>
              <a:spcAft>
                <a:spcPts val="0"/>
              </a:spcAft>
              <a:buClr>
                <a:schemeClr val="dk1"/>
              </a:buClr>
              <a:buSzPts val="2600"/>
              <a:buNone/>
            </a:pPr>
            <a:r>
              <a:rPr lang="en-ID"/>
              <a:t>How do we know if we need to rotate downward? Compare current y (_yTaxi) with previous y (_yTaxiPrev). If _yTaxi is smaller than _yTaxiPrev, we know that our taxi moves down, thus the image needs to point down or rotated extra 180 degrees (Math.pi).</a:t>
            </a:r>
            <a:endParaRPr/>
          </a:p>
          <a:p>
            <a:pPr indent="0" lvl="0" marL="0" rtl="0" algn="l">
              <a:spcBef>
                <a:spcPts val="520"/>
              </a:spcBef>
              <a:spcAft>
                <a:spcPts val="0"/>
              </a:spcAft>
              <a:buClr>
                <a:schemeClr val="dk1"/>
              </a:buClr>
              <a:buSzPts val="2600"/>
              <a:buNone/>
            </a:pPr>
            <a:r>
              <a:rPr lang="en-ID"/>
              <a:t>Thus:</a:t>
            </a:r>
            <a:endParaRPr/>
          </a:p>
          <a:p>
            <a:pPr indent="0" lvl="0" marL="0" rtl="0" algn="l">
              <a:spcBef>
                <a:spcPts val="520"/>
              </a:spcBef>
              <a:spcAft>
                <a:spcPts val="0"/>
              </a:spcAft>
              <a:buClr>
                <a:srgbClr val="FF0000"/>
              </a:buClr>
              <a:buSzPts val="2600"/>
              <a:buNone/>
            </a:pPr>
            <a:r>
              <a:rPr lang="en-ID">
                <a:solidFill>
                  <a:srgbClr val="FF0000"/>
                </a:solidFill>
              </a:rPr>
              <a:t>if (_yTaxi &lt; _yTaxiPrev) temp = Math.pi + temp;</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8"/>
          <p:cNvSpPr txBox="1"/>
          <p:nvPr>
            <p:ph type="title"/>
          </p:nvPr>
        </p:nvSpPr>
        <p:spPr>
          <a:xfrm>
            <a:off x="609600" y="274639"/>
            <a:ext cx="109728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90"/>
              </a:buClr>
              <a:buSzPts val="4800"/>
              <a:buFont typeface="Arial"/>
              <a:buNone/>
            </a:pPr>
            <a:r>
              <a:rPr lang="en-ID"/>
              <a:t>What is NaN?</a:t>
            </a:r>
            <a:endParaRPr/>
          </a:p>
        </p:txBody>
      </p:sp>
      <p:sp>
        <p:nvSpPr>
          <p:cNvPr id="359" name="Google Shape;359;p38"/>
          <p:cNvSpPr txBox="1"/>
          <p:nvPr>
            <p:ph idx="1" type="body"/>
          </p:nvPr>
        </p:nvSpPr>
        <p:spPr>
          <a:xfrm>
            <a:off x="609600" y="1600201"/>
            <a:ext cx="109728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ID"/>
              <a:t>The last line of the code says:</a:t>
            </a:r>
            <a:endParaRPr/>
          </a:p>
          <a:p>
            <a:pPr indent="0" lvl="0" marL="0" rtl="0" algn="l">
              <a:spcBef>
                <a:spcPts val="520"/>
              </a:spcBef>
              <a:spcAft>
                <a:spcPts val="0"/>
              </a:spcAft>
              <a:buClr>
                <a:srgbClr val="FF0000"/>
              </a:buClr>
              <a:buSzPts val="2600"/>
              <a:buNone/>
            </a:pPr>
            <a:r>
              <a:rPr lang="en-ID">
                <a:solidFill>
                  <a:srgbClr val="FF0000"/>
                </a:solidFill>
              </a:rPr>
              <a:t>if (!temp.isNaN) _angleTaxi = temp;</a:t>
            </a:r>
            <a:endParaRPr/>
          </a:p>
          <a:p>
            <a:pPr indent="0" lvl="0" marL="0" rtl="0" algn="l">
              <a:spcBef>
                <a:spcPts val="520"/>
              </a:spcBef>
              <a:spcAft>
                <a:spcPts val="0"/>
              </a:spcAft>
              <a:buClr>
                <a:schemeClr val="dk1"/>
              </a:buClr>
              <a:buSzPts val="2600"/>
              <a:buNone/>
            </a:pPr>
            <a:r>
              <a:rPr lang="en-ID"/>
              <a:t>Why this checking? There is a possibility in calculating atan() that y = 0, thus creating an undefined number (x / 0 = undefined). When this happens, atan() returns NaN: Not a Number.</a:t>
            </a:r>
            <a:endParaRPr/>
          </a:p>
          <a:p>
            <a:pPr indent="0" lvl="0" marL="0" rtl="0" algn="l">
              <a:spcBef>
                <a:spcPts val="520"/>
              </a:spcBef>
              <a:spcAft>
                <a:spcPts val="0"/>
              </a:spcAft>
              <a:buClr>
                <a:schemeClr val="dk1"/>
              </a:buClr>
              <a:buSzPts val="2600"/>
              <a:buNone/>
            </a:pPr>
            <a:r>
              <a:rPr lang="en-ID"/>
              <a:t>If we feed NaN to angle property of Transform.rotate widget, it will complain. To prevent this, we don’t store the rotation angle if temp is NaN.</a:t>
            </a:r>
            <a:endParaRPr/>
          </a:p>
          <a:p>
            <a:pPr indent="0" lvl="0" marL="0" rtl="0" algn="l">
              <a:spcBef>
                <a:spcPts val="533"/>
              </a:spcBef>
              <a:spcAft>
                <a:spcPts val="0"/>
              </a:spcAft>
              <a:buClr>
                <a:schemeClr val="dk1"/>
              </a:buClr>
              <a:buSzPts val="2667"/>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9"/>
          <p:cNvSpPr txBox="1"/>
          <p:nvPr/>
        </p:nvSpPr>
        <p:spPr>
          <a:xfrm>
            <a:off x="6483928" y="1037699"/>
            <a:ext cx="5261649" cy="5427756"/>
          </a:xfrm>
          <a:prstGeom prst="rect">
            <a:avLst/>
          </a:prstGeom>
          <a:noFill/>
          <a:ln>
            <a:noFill/>
          </a:ln>
        </p:spPr>
        <p:txBody>
          <a:bodyPr anchorCtr="0" anchor="t" bIns="60950" lIns="121900" spcFirstLastPara="1" rIns="121900" wrap="square" tIns="60950">
            <a:normAutofit/>
          </a:bodyPr>
          <a:lstStyle/>
          <a:p>
            <a:pPr indent="0" lvl="0" marL="0" marR="0" rtl="0" algn="l">
              <a:spcBef>
                <a:spcPts val="0"/>
              </a:spcBef>
              <a:spcAft>
                <a:spcPts val="0"/>
              </a:spcAft>
              <a:buClr>
                <a:schemeClr val="dk1"/>
              </a:buClr>
              <a:buSzPts val="1867"/>
              <a:buFont typeface="Arial"/>
              <a:buNone/>
            </a:pPr>
            <a:r>
              <a:t/>
            </a:r>
            <a:endParaRPr sz="1867">
              <a:solidFill>
                <a:schemeClr val="lt1"/>
              </a:solidFill>
              <a:latin typeface="Arial"/>
              <a:ea typeface="Arial"/>
              <a:cs typeface="Arial"/>
              <a:sym typeface="Arial"/>
            </a:endParaRPr>
          </a:p>
        </p:txBody>
      </p:sp>
      <p:pic>
        <p:nvPicPr>
          <p:cNvPr descr="Blue-man-Questions-Comments" id="365" name="Google Shape;365;p39"/>
          <p:cNvPicPr preferRelativeResize="0"/>
          <p:nvPr/>
        </p:nvPicPr>
        <p:blipFill rotWithShape="1">
          <a:blip r:embed="rId3">
            <a:alphaModFix/>
          </a:blip>
          <a:srcRect b="0" l="0" r="0" t="0"/>
          <a:stretch/>
        </p:blipFill>
        <p:spPr>
          <a:xfrm>
            <a:off x="518210" y="730068"/>
            <a:ext cx="5965717" cy="6165683"/>
          </a:xfrm>
          <a:prstGeom prst="rect">
            <a:avLst/>
          </a:prstGeom>
          <a:noFill/>
          <a:ln>
            <a:noFill/>
          </a:ln>
        </p:spPr>
      </p:pic>
      <p:sp>
        <p:nvSpPr>
          <p:cNvPr id="366" name="Google Shape;366;p39"/>
          <p:cNvSpPr txBox="1"/>
          <p:nvPr>
            <p:ph idx="1" type="body"/>
          </p:nvPr>
        </p:nvSpPr>
        <p:spPr>
          <a:xfrm>
            <a:off x="6565500" y="2591699"/>
            <a:ext cx="5098500" cy="1674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FFFFFF"/>
              </a:buClr>
              <a:buSzPts val="1800"/>
              <a:buNone/>
            </a:pPr>
            <a:r>
              <a:rPr lang="en-ID"/>
              <a:t>This tutorial is based on </a:t>
            </a:r>
            <a:r>
              <a:rPr lang="en-ID" u="sng">
                <a:solidFill>
                  <a:schemeClr val="lt1"/>
                </a:solidFill>
                <a:hlinkClick r:id="rId4">
                  <a:extLst>
                    <a:ext uri="{A12FA001-AC4F-418D-AE19-62706E023703}">
                      <ahyp:hlinkClr val="tx"/>
                    </a:ext>
                  </a:extLst>
                </a:hlinkClick>
              </a:rPr>
              <a:t>https://daniel-hp.medium.com/flutter-shows-realtime-position-in-map-with-the-car-facing-forward-following-the-direction-6c55fe3d3101</a:t>
            </a:r>
            <a:r>
              <a:rPr lang="en-ID">
                <a:solidFill>
                  <a:schemeClr val="lt1"/>
                </a:solidFill>
              </a:rPr>
              <a:t> </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plate IF">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2022-12-10T12:45:32Z</dcterms:created>
  <dc:creator>Marcellinus Ferdinand Suciadi</dc:creator>
</cp:coreProperties>
</file>