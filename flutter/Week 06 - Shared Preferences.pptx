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5.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custom-properties+xml" PartName="/docProps/custom.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2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custom-properties" Target="docProps/custom.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Lst>
  <p:sldSz cy="5143500" cx="9144000"/>
  <p:notesSz cx="6858000" cy="9144000"/>
  <p:embeddedFontLst>
    <p:embeddedFont>
      <p:font typeface="Roboto"/>
      <p:regular r:id="rId33"/>
      <p:bold r:id="rId34"/>
      <p:italic r:id="rId35"/>
      <p:boldItalic r:id="rId36"/>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A4A3A4"/>
          </p15:clr>
        </p15:guide>
        <p15:guide id="2" pos="2880">
          <p15:clr>
            <a:srgbClr val="A4A3A4"/>
          </p15:clr>
        </p15:guide>
      </p15:sldGuideLst>
    </p:ext>
    <p:ext uri="GoogleSlidesCustomDataVersion2">
      <go:slidesCustomData xmlns:go="http://customooxmlschemas.google.com/" r:id="rId37" roundtripDataSignature="AMtx7mjVctABQdoD0gQFN0AWwtfawo60jQ=="/>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slide" Target="slides/slide24.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slide" Target="slides/slide26.xml"/><Relationship Id="rId30" Type="http://schemas.openxmlformats.org/officeDocument/2006/relationships/slide" Target="slides/slide25.xml"/><Relationship Id="rId11" Type="http://schemas.openxmlformats.org/officeDocument/2006/relationships/slide" Target="slides/slide6.xml"/><Relationship Id="rId33" Type="http://schemas.openxmlformats.org/officeDocument/2006/relationships/font" Target="fonts/Roboto-regular.fntdata"/><Relationship Id="rId10" Type="http://schemas.openxmlformats.org/officeDocument/2006/relationships/slide" Target="slides/slide5.xml"/><Relationship Id="rId32" Type="http://schemas.openxmlformats.org/officeDocument/2006/relationships/slide" Target="slides/slide27.xml"/><Relationship Id="rId13" Type="http://schemas.openxmlformats.org/officeDocument/2006/relationships/slide" Target="slides/slide8.xml"/><Relationship Id="rId35" Type="http://schemas.openxmlformats.org/officeDocument/2006/relationships/font" Target="fonts/Roboto-italic.fntdata"/><Relationship Id="rId12" Type="http://schemas.openxmlformats.org/officeDocument/2006/relationships/slide" Target="slides/slide7.xml"/><Relationship Id="rId34" Type="http://schemas.openxmlformats.org/officeDocument/2006/relationships/font" Target="fonts/Roboto-bold.fntdata"/><Relationship Id="rId15" Type="http://schemas.openxmlformats.org/officeDocument/2006/relationships/slide" Target="slides/slide10.xml"/><Relationship Id="rId37" Type="http://customschemas.google.com/relationships/presentationmetadata" Target="metadata"/><Relationship Id="rId14" Type="http://schemas.openxmlformats.org/officeDocument/2006/relationships/slide" Target="slides/slide9.xml"/><Relationship Id="rId36" Type="http://schemas.openxmlformats.org/officeDocument/2006/relationships/font" Target="fonts/Roboto-boldItalic.fntdata"/><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720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7200"/>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rm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7200"/>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ID"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 name="Shape 84"/>
        <p:cNvGrpSpPr/>
        <p:nvPr/>
      </p:nvGrpSpPr>
      <p:grpSpPr>
        <a:xfrm>
          <a:off x="0" y="0"/>
          <a:ext cx="0" cy="0"/>
          <a:chOff x="0" y="0"/>
          <a:chExt cx="0" cy="0"/>
        </a:xfrm>
      </p:grpSpPr>
      <p:sp>
        <p:nvSpPr>
          <p:cNvPr id="85" name="Google Shape;85;p1: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6" name="Google Shape;86;p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 name="Shape 91"/>
        <p:cNvGrpSpPr/>
        <p:nvPr/>
      </p:nvGrpSpPr>
      <p:grpSpPr>
        <a:xfrm>
          <a:off x="0" y="0"/>
          <a:ext cx="0" cy="0"/>
          <a:chOff x="0" y="0"/>
          <a:chExt cx="0" cy="0"/>
        </a:xfrm>
      </p:grpSpPr>
      <p:sp>
        <p:nvSpPr>
          <p:cNvPr id="92" name="Google Shape;92;p2: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3" name="Google Shape;93;p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 name="Shape 97"/>
        <p:cNvGrpSpPr/>
        <p:nvPr/>
      </p:nvGrpSpPr>
      <p:grpSpPr>
        <a:xfrm>
          <a:off x="0" y="0"/>
          <a:ext cx="0" cy="0"/>
          <a:chOff x="0" y="0"/>
          <a:chExt cx="0" cy="0"/>
        </a:xfrm>
      </p:grpSpPr>
      <p:sp>
        <p:nvSpPr>
          <p:cNvPr id="98" name="Google Shape;98;p3: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9" name="Google Shape;99;p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 name="Shape 105"/>
        <p:cNvGrpSpPr/>
        <p:nvPr/>
      </p:nvGrpSpPr>
      <p:grpSpPr>
        <a:xfrm>
          <a:off x="0" y="0"/>
          <a:ext cx="0" cy="0"/>
          <a:chOff x="0" y="0"/>
          <a:chExt cx="0" cy="0"/>
        </a:xfrm>
      </p:grpSpPr>
      <p:sp>
        <p:nvSpPr>
          <p:cNvPr id="106" name="Google Shape;106;p4: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7" name="Google Shape;107;p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3" name="Shape 113"/>
        <p:cNvGrpSpPr/>
        <p:nvPr/>
      </p:nvGrpSpPr>
      <p:grpSpPr>
        <a:xfrm>
          <a:off x="0" y="0"/>
          <a:ext cx="0" cy="0"/>
          <a:chOff x="0" y="0"/>
          <a:chExt cx="0" cy="0"/>
        </a:xfrm>
      </p:grpSpPr>
      <p:sp>
        <p:nvSpPr>
          <p:cNvPr id="114" name="Google Shape;114;p5: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5" name="Google Shape;115;p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1" name="Shape 121"/>
        <p:cNvGrpSpPr/>
        <p:nvPr/>
      </p:nvGrpSpPr>
      <p:grpSpPr>
        <a:xfrm>
          <a:off x="0" y="0"/>
          <a:ext cx="0" cy="0"/>
          <a:chOff x="0" y="0"/>
          <a:chExt cx="0" cy="0"/>
        </a:xfrm>
      </p:grpSpPr>
      <p:sp>
        <p:nvSpPr>
          <p:cNvPr id="122" name="Google Shape;122;p6: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3" name="Google Shape;123;p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9" name="Shape 129"/>
        <p:cNvGrpSpPr/>
        <p:nvPr/>
      </p:nvGrpSpPr>
      <p:grpSpPr>
        <a:xfrm>
          <a:off x="0" y="0"/>
          <a:ext cx="0" cy="0"/>
          <a:chOff x="0" y="0"/>
          <a:chExt cx="0" cy="0"/>
        </a:xfrm>
      </p:grpSpPr>
      <p:sp>
        <p:nvSpPr>
          <p:cNvPr id="130" name="Google Shape;130;p7: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31" name="Google Shape;131;p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7" name="Shape 137"/>
        <p:cNvGrpSpPr/>
        <p:nvPr/>
      </p:nvGrpSpPr>
      <p:grpSpPr>
        <a:xfrm>
          <a:off x="0" y="0"/>
          <a:ext cx="0" cy="0"/>
          <a:chOff x="0" y="0"/>
          <a:chExt cx="0" cy="0"/>
        </a:xfrm>
      </p:grpSpPr>
      <p:sp>
        <p:nvSpPr>
          <p:cNvPr id="138" name="Google Shape;138;p8: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39" name="Google Shape;139;p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5" name="Shape 145"/>
        <p:cNvGrpSpPr/>
        <p:nvPr/>
      </p:nvGrpSpPr>
      <p:grpSpPr>
        <a:xfrm>
          <a:off x="0" y="0"/>
          <a:ext cx="0" cy="0"/>
          <a:chOff x="0" y="0"/>
          <a:chExt cx="0" cy="0"/>
        </a:xfrm>
      </p:grpSpPr>
      <p:sp>
        <p:nvSpPr>
          <p:cNvPr id="146" name="Google Shape;146;p9: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7" name="Google Shape;147;p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3" name="Shape 153"/>
        <p:cNvGrpSpPr/>
        <p:nvPr/>
      </p:nvGrpSpPr>
      <p:grpSpPr>
        <a:xfrm>
          <a:off x="0" y="0"/>
          <a:ext cx="0" cy="0"/>
          <a:chOff x="0" y="0"/>
          <a:chExt cx="0" cy="0"/>
        </a:xfrm>
      </p:grpSpPr>
      <p:sp>
        <p:nvSpPr>
          <p:cNvPr id="154" name="Google Shape;154;p10: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55" name="Google Shape;155;p1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9" name="Shape 159"/>
        <p:cNvGrpSpPr/>
        <p:nvPr/>
      </p:nvGrpSpPr>
      <p:grpSpPr>
        <a:xfrm>
          <a:off x="0" y="0"/>
          <a:ext cx="0" cy="0"/>
          <a:chOff x="0" y="0"/>
          <a:chExt cx="0" cy="0"/>
        </a:xfrm>
      </p:grpSpPr>
      <p:sp>
        <p:nvSpPr>
          <p:cNvPr id="160" name="Google Shape;160;p11: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61" name="Google Shape;161;p1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7" name="Shape 167"/>
        <p:cNvGrpSpPr/>
        <p:nvPr/>
      </p:nvGrpSpPr>
      <p:grpSpPr>
        <a:xfrm>
          <a:off x="0" y="0"/>
          <a:ext cx="0" cy="0"/>
          <a:chOff x="0" y="0"/>
          <a:chExt cx="0" cy="0"/>
        </a:xfrm>
      </p:grpSpPr>
      <p:sp>
        <p:nvSpPr>
          <p:cNvPr id="168" name="Google Shape;168;p12: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69" name="Google Shape;169;p1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5" name="Shape 175"/>
        <p:cNvGrpSpPr/>
        <p:nvPr/>
      </p:nvGrpSpPr>
      <p:grpSpPr>
        <a:xfrm>
          <a:off x="0" y="0"/>
          <a:ext cx="0" cy="0"/>
          <a:chOff x="0" y="0"/>
          <a:chExt cx="0" cy="0"/>
        </a:xfrm>
      </p:grpSpPr>
      <p:sp>
        <p:nvSpPr>
          <p:cNvPr id="176" name="Google Shape;176;p13: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77" name="Google Shape;177;p1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4" name="Shape 184"/>
        <p:cNvGrpSpPr/>
        <p:nvPr/>
      </p:nvGrpSpPr>
      <p:grpSpPr>
        <a:xfrm>
          <a:off x="0" y="0"/>
          <a:ext cx="0" cy="0"/>
          <a:chOff x="0" y="0"/>
          <a:chExt cx="0" cy="0"/>
        </a:xfrm>
      </p:grpSpPr>
      <p:sp>
        <p:nvSpPr>
          <p:cNvPr id="185" name="Google Shape;185;p14: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86" name="Google Shape;186;p1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2" name="Shape 192"/>
        <p:cNvGrpSpPr/>
        <p:nvPr/>
      </p:nvGrpSpPr>
      <p:grpSpPr>
        <a:xfrm>
          <a:off x="0" y="0"/>
          <a:ext cx="0" cy="0"/>
          <a:chOff x="0" y="0"/>
          <a:chExt cx="0" cy="0"/>
        </a:xfrm>
      </p:grpSpPr>
      <p:sp>
        <p:nvSpPr>
          <p:cNvPr id="193" name="Google Shape;193;p15: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94" name="Google Shape;194;p1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1" name="Shape 201"/>
        <p:cNvGrpSpPr/>
        <p:nvPr/>
      </p:nvGrpSpPr>
      <p:grpSpPr>
        <a:xfrm>
          <a:off x="0" y="0"/>
          <a:ext cx="0" cy="0"/>
          <a:chOff x="0" y="0"/>
          <a:chExt cx="0" cy="0"/>
        </a:xfrm>
      </p:grpSpPr>
      <p:sp>
        <p:nvSpPr>
          <p:cNvPr id="202" name="Google Shape;202;p16: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03" name="Google Shape;203;p1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7" name="Shape 207"/>
        <p:cNvGrpSpPr/>
        <p:nvPr/>
      </p:nvGrpSpPr>
      <p:grpSpPr>
        <a:xfrm>
          <a:off x="0" y="0"/>
          <a:ext cx="0" cy="0"/>
          <a:chOff x="0" y="0"/>
          <a:chExt cx="0" cy="0"/>
        </a:xfrm>
      </p:grpSpPr>
      <p:sp>
        <p:nvSpPr>
          <p:cNvPr id="208" name="Google Shape;208;p17: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09" name="Google Shape;209;p1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9" name="Shape 219"/>
        <p:cNvGrpSpPr/>
        <p:nvPr/>
      </p:nvGrpSpPr>
      <p:grpSpPr>
        <a:xfrm>
          <a:off x="0" y="0"/>
          <a:ext cx="0" cy="0"/>
          <a:chOff x="0" y="0"/>
          <a:chExt cx="0" cy="0"/>
        </a:xfrm>
      </p:grpSpPr>
      <p:sp>
        <p:nvSpPr>
          <p:cNvPr id="220" name="Google Shape;220;p18: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21" name="Google Shape;221;p1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0" name="Shape 230"/>
        <p:cNvGrpSpPr/>
        <p:nvPr/>
      </p:nvGrpSpPr>
      <p:grpSpPr>
        <a:xfrm>
          <a:off x="0" y="0"/>
          <a:ext cx="0" cy="0"/>
          <a:chOff x="0" y="0"/>
          <a:chExt cx="0" cy="0"/>
        </a:xfrm>
      </p:grpSpPr>
      <p:sp>
        <p:nvSpPr>
          <p:cNvPr id="231" name="Google Shape;231;p19: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32" name="Google Shape;232;p1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9" name="Shape 239"/>
        <p:cNvGrpSpPr/>
        <p:nvPr/>
      </p:nvGrpSpPr>
      <p:grpSpPr>
        <a:xfrm>
          <a:off x="0" y="0"/>
          <a:ext cx="0" cy="0"/>
          <a:chOff x="0" y="0"/>
          <a:chExt cx="0" cy="0"/>
        </a:xfrm>
      </p:grpSpPr>
      <p:sp>
        <p:nvSpPr>
          <p:cNvPr id="240" name="Google Shape;240;p20: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41" name="Google Shape;241;p2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0" name="Shape 250"/>
        <p:cNvGrpSpPr/>
        <p:nvPr/>
      </p:nvGrpSpPr>
      <p:grpSpPr>
        <a:xfrm>
          <a:off x="0" y="0"/>
          <a:ext cx="0" cy="0"/>
          <a:chOff x="0" y="0"/>
          <a:chExt cx="0" cy="0"/>
        </a:xfrm>
      </p:grpSpPr>
      <p:sp>
        <p:nvSpPr>
          <p:cNvPr id="251" name="Google Shape;251;p21: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52" name="Google Shape;252;p2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8" name="Shape 258"/>
        <p:cNvGrpSpPr/>
        <p:nvPr/>
      </p:nvGrpSpPr>
      <p:grpSpPr>
        <a:xfrm>
          <a:off x="0" y="0"/>
          <a:ext cx="0" cy="0"/>
          <a:chOff x="0" y="0"/>
          <a:chExt cx="0" cy="0"/>
        </a:xfrm>
      </p:grpSpPr>
      <p:sp>
        <p:nvSpPr>
          <p:cNvPr id="259" name="Google Shape;259;p22: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60" name="Google Shape;260;p2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8" name="Shape 268"/>
        <p:cNvGrpSpPr/>
        <p:nvPr/>
      </p:nvGrpSpPr>
      <p:grpSpPr>
        <a:xfrm>
          <a:off x="0" y="0"/>
          <a:ext cx="0" cy="0"/>
          <a:chOff x="0" y="0"/>
          <a:chExt cx="0" cy="0"/>
        </a:xfrm>
      </p:grpSpPr>
      <p:sp>
        <p:nvSpPr>
          <p:cNvPr id="269" name="Google Shape;269;p23: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70" name="Google Shape;270;p2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4" name="Shape 274"/>
        <p:cNvGrpSpPr/>
        <p:nvPr/>
      </p:nvGrpSpPr>
      <p:grpSpPr>
        <a:xfrm>
          <a:off x="0" y="0"/>
          <a:ext cx="0" cy="0"/>
          <a:chOff x="0" y="0"/>
          <a:chExt cx="0" cy="0"/>
        </a:xfrm>
      </p:grpSpPr>
      <p:sp>
        <p:nvSpPr>
          <p:cNvPr id="275" name="Google Shape;275;p24: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76" name="Google Shape;276;p2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2" name="Shape 282"/>
        <p:cNvGrpSpPr/>
        <p:nvPr/>
      </p:nvGrpSpPr>
      <p:grpSpPr>
        <a:xfrm>
          <a:off x="0" y="0"/>
          <a:ext cx="0" cy="0"/>
          <a:chOff x="0" y="0"/>
          <a:chExt cx="0" cy="0"/>
        </a:xfrm>
      </p:grpSpPr>
      <p:sp>
        <p:nvSpPr>
          <p:cNvPr id="283" name="Google Shape;283;p25: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84" name="Google Shape;284;p2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8" name="Shape 288"/>
        <p:cNvGrpSpPr/>
        <p:nvPr/>
      </p:nvGrpSpPr>
      <p:grpSpPr>
        <a:xfrm>
          <a:off x="0" y="0"/>
          <a:ext cx="0" cy="0"/>
          <a:chOff x="0" y="0"/>
          <a:chExt cx="0" cy="0"/>
        </a:xfrm>
      </p:grpSpPr>
      <p:sp>
        <p:nvSpPr>
          <p:cNvPr id="289" name="Google Shape;289;p26: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90" name="Google Shape;290;p2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7" name="Shape 297"/>
        <p:cNvGrpSpPr/>
        <p:nvPr/>
      </p:nvGrpSpPr>
      <p:grpSpPr>
        <a:xfrm>
          <a:off x="0" y="0"/>
          <a:ext cx="0" cy="0"/>
          <a:chOff x="0" y="0"/>
          <a:chExt cx="0" cy="0"/>
        </a:xfrm>
      </p:grpSpPr>
      <p:sp>
        <p:nvSpPr>
          <p:cNvPr id="298" name="Google Shape;298;p27: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99" name="Google Shape;299;p2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5" name="Shape 15"/>
        <p:cNvGrpSpPr/>
        <p:nvPr/>
      </p:nvGrpSpPr>
      <p:grpSpPr>
        <a:xfrm>
          <a:off x="0" y="0"/>
          <a:ext cx="0" cy="0"/>
          <a:chOff x="0" y="0"/>
          <a:chExt cx="0" cy="0"/>
        </a:xfrm>
      </p:grpSpPr>
      <p:sp>
        <p:nvSpPr>
          <p:cNvPr id="16" name="Google Shape;16;p29"/>
          <p:cNvSpPr txBox="1"/>
          <p:nvPr>
            <p:ph type="ctrTitle"/>
          </p:nvPr>
        </p:nvSpPr>
        <p:spPr>
          <a:xfrm>
            <a:off x="685800" y="1597819"/>
            <a:ext cx="7772400" cy="1102519"/>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7" name="Google Shape;17;p29"/>
          <p:cNvSpPr txBox="1"/>
          <p:nvPr>
            <p:ph idx="1" type="subTitle"/>
          </p:nvPr>
        </p:nvSpPr>
        <p:spPr>
          <a:xfrm>
            <a:off x="1371600" y="2914650"/>
            <a:ext cx="6400800" cy="1314450"/>
          </a:xfrm>
          <a:prstGeom prst="rect">
            <a:avLst/>
          </a:prstGeom>
          <a:noFill/>
          <a:ln>
            <a:noFill/>
          </a:ln>
        </p:spPr>
        <p:txBody>
          <a:bodyPr anchorCtr="0" anchor="t" bIns="45700" lIns="91425" spcFirstLastPara="1" rIns="91425" wrap="square" tIns="45700">
            <a:normAutofit/>
          </a:bodyPr>
          <a:lstStyle>
            <a:lvl1pPr lvl="0" algn="ctr">
              <a:spcBef>
                <a:spcPts val="640"/>
              </a:spcBef>
              <a:spcAft>
                <a:spcPts val="0"/>
              </a:spcAft>
              <a:buClr>
                <a:srgbClr val="888888"/>
              </a:buClr>
              <a:buSzPts val="3200"/>
              <a:buNone/>
              <a:defRPr>
                <a:solidFill>
                  <a:srgbClr val="888888"/>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p:txBody>
      </p:sp>
      <p:sp>
        <p:nvSpPr>
          <p:cNvPr id="18" name="Google Shape;18;p29"/>
          <p:cNvSpPr txBox="1"/>
          <p:nvPr>
            <p:ph idx="10" type="dt"/>
          </p:nvPr>
        </p:nvSpPr>
        <p:spPr>
          <a:xfrm>
            <a:off x="457200" y="4767263"/>
            <a:ext cx="2133600" cy="273844"/>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9" name="Google Shape;19;p29"/>
          <p:cNvSpPr txBox="1"/>
          <p:nvPr>
            <p:ph idx="11" type="ftr"/>
          </p:nvPr>
        </p:nvSpPr>
        <p:spPr>
          <a:xfrm>
            <a:off x="3124200" y="4767263"/>
            <a:ext cx="2895600" cy="273844"/>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0" name="Google Shape;20;p29"/>
          <p:cNvSpPr txBox="1"/>
          <p:nvPr>
            <p:ph idx="12" type="sldNum"/>
          </p:nvPr>
        </p:nvSpPr>
        <p:spPr>
          <a:xfrm>
            <a:off x="6553200" y="4767263"/>
            <a:ext cx="2133600" cy="273844"/>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ID"/>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1" name="Shape 21"/>
        <p:cNvGrpSpPr/>
        <p:nvPr/>
      </p:nvGrpSpPr>
      <p:grpSpPr>
        <a:xfrm>
          <a:off x="0" y="0"/>
          <a:ext cx="0" cy="0"/>
          <a:chOff x="0" y="0"/>
          <a:chExt cx="0" cy="0"/>
        </a:xfrm>
      </p:grpSpPr>
      <p:sp>
        <p:nvSpPr>
          <p:cNvPr id="22" name="Google Shape;22;p30"/>
          <p:cNvSpPr txBox="1"/>
          <p:nvPr>
            <p:ph type="title"/>
          </p:nvPr>
        </p:nvSpPr>
        <p:spPr>
          <a:xfrm>
            <a:off x="722313" y="3305176"/>
            <a:ext cx="7772400" cy="1021556"/>
          </a:xfrm>
          <a:prstGeom prst="rect">
            <a:avLst/>
          </a:prstGeom>
          <a:noFill/>
          <a:ln>
            <a:noFill/>
          </a:ln>
        </p:spPr>
        <p:txBody>
          <a:bodyPr anchorCtr="0" anchor="t" bIns="45700" lIns="91425" spcFirstLastPara="1" rIns="91425" wrap="square" tIns="45700">
            <a:normAutofit/>
          </a:bodyPr>
          <a:lstStyle>
            <a:lvl1pPr lvl="0" algn="l">
              <a:spcBef>
                <a:spcPts val="0"/>
              </a:spcBef>
              <a:spcAft>
                <a:spcPts val="0"/>
              </a:spcAft>
              <a:buClr>
                <a:schemeClr val="dk1"/>
              </a:buClr>
              <a:buSzPts val="4000"/>
              <a:buFont typeface="Arial"/>
              <a:buNone/>
              <a:defRPr b="1" sz="4000"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3" name="Google Shape;23;p30"/>
          <p:cNvSpPr txBox="1"/>
          <p:nvPr>
            <p:ph idx="1" type="body"/>
          </p:nvPr>
        </p:nvSpPr>
        <p:spPr>
          <a:xfrm>
            <a:off x="722313" y="2180035"/>
            <a:ext cx="7772400" cy="1125140"/>
          </a:xfrm>
          <a:prstGeom prst="rect">
            <a:avLst/>
          </a:prstGeom>
          <a:noFill/>
          <a:ln>
            <a:noFill/>
          </a:ln>
        </p:spPr>
        <p:txBody>
          <a:bodyPr anchorCtr="0" anchor="b" bIns="45700" lIns="91425" spcFirstLastPara="1" rIns="91425" wrap="square" tIns="45700">
            <a:normAutofit/>
          </a:bodyPr>
          <a:lstStyle>
            <a:lvl1pPr indent="-228600" lvl="0" marL="457200" algn="l">
              <a:spcBef>
                <a:spcPts val="400"/>
              </a:spcBef>
              <a:spcAft>
                <a:spcPts val="0"/>
              </a:spcAft>
              <a:buClr>
                <a:srgbClr val="888888"/>
              </a:buClr>
              <a:buSzPts val="2000"/>
              <a:buNone/>
              <a:defRPr sz="2000">
                <a:solidFill>
                  <a:srgbClr val="888888"/>
                </a:solidFill>
              </a:defRPr>
            </a:lvl1pPr>
            <a:lvl2pPr indent="-228600" lvl="1" marL="914400" algn="l">
              <a:spcBef>
                <a:spcPts val="360"/>
              </a:spcBef>
              <a:spcAft>
                <a:spcPts val="0"/>
              </a:spcAft>
              <a:buClr>
                <a:srgbClr val="888888"/>
              </a:buClr>
              <a:buSzPts val="1800"/>
              <a:buNone/>
              <a:defRPr sz="1800">
                <a:solidFill>
                  <a:srgbClr val="888888"/>
                </a:solidFill>
              </a:defRPr>
            </a:lvl2pPr>
            <a:lvl3pPr indent="-228600" lvl="2" marL="1371600" algn="l">
              <a:spcBef>
                <a:spcPts val="320"/>
              </a:spcBef>
              <a:spcAft>
                <a:spcPts val="0"/>
              </a:spcAft>
              <a:buClr>
                <a:srgbClr val="888888"/>
              </a:buClr>
              <a:buSzPts val="1600"/>
              <a:buNone/>
              <a:defRPr sz="1600">
                <a:solidFill>
                  <a:srgbClr val="888888"/>
                </a:solidFill>
              </a:defRPr>
            </a:lvl3pPr>
            <a:lvl4pPr indent="-228600" lvl="3" marL="1828800" algn="l">
              <a:spcBef>
                <a:spcPts val="280"/>
              </a:spcBef>
              <a:spcAft>
                <a:spcPts val="0"/>
              </a:spcAft>
              <a:buClr>
                <a:srgbClr val="888888"/>
              </a:buClr>
              <a:buSzPts val="1400"/>
              <a:buNone/>
              <a:defRPr sz="1400">
                <a:solidFill>
                  <a:srgbClr val="888888"/>
                </a:solidFill>
              </a:defRPr>
            </a:lvl4pPr>
            <a:lvl5pPr indent="-228600" lvl="4" marL="2286000" algn="l">
              <a:spcBef>
                <a:spcPts val="280"/>
              </a:spcBef>
              <a:spcAft>
                <a:spcPts val="0"/>
              </a:spcAft>
              <a:buClr>
                <a:srgbClr val="888888"/>
              </a:buClr>
              <a:buSzPts val="1400"/>
              <a:buNone/>
              <a:defRPr sz="1400">
                <a:solidFill>
                  <a:srgbClr val="888888"/>
                </a:solidFill>
              </a:defRPr>
            </a:lvl5pPr>
            <a:lvl6pPr indent="-228600" lvl="5" marL="2743200" algn="l">
              <a:spcBef>
                <a:spcPts val="280"/>
              </a:spcBef>
              <a:spcAft>
                <a:spcPts val="0"/>
              </a:spcAft>
              <a:buClr>
                <a:srgbClr val="888888"/>
              </a:buClr>
              <a:buSzPts val="1400"/>
              <a:buNone/>
              <a:defRPr sz="1400">
                <a:solidFill>
                  <a:srgbClr val="888888"/>
                </a:solidFill>
              </a:defRPr>
            </a:lvl6pPr>
            <a:lvl7pPr indent="-228600" lvl="6" marL="3200400" algn="l">
              <a:spcBef>
                <a:spcPts val="280"/>
              </a:spcBef>
              <a:spcAft>
                <a:spcPts val="0"/>
              </a:spcAft>
              <a:buClr>
                <a:srgbClr val="888888"/>
              </a:buClr>
              <a:buSzPts val="1400"/>
              <a:buNone/>
              <a:defRPr sz="1400">
                <a:solidFill>
                  <a:srgbClr val="888888"/>
                </a:solidFill>
              </a:defRPr>
            </a:lvl7pPr>
            <a:lvl8pPr indent="-228600" lvl="7" marL="3657600" algn="l">
              <a:spcBef>
                <a:spcPts val="280"/>
              </a:spcBef>
              <a:spcAft>
                <a:spcPts val="0"/>
              </a:spcAft>
              <a:buClr>
                <a:srgbClr val="888888"/>
              </a:buClr>
              <a:buSzPts val="1400"/>
              <a:buNone/>
              <a:defRPr sz="1400">
                <a:solidFill>
                  <a:srgbClr val="888888"/>
                </a:solidFill>
              </a:defRPr>
            </a:lvl8pPr>
            <a:lvl9pPr indent="-228600" lvl="8" marL="4114800" algn="l">
              <a:spcBef>
                <a:spcPts val="280"/>
              </a:spcBef>
              <a:spcAft>
                <a:spcPts val="0"/>
              </a:spcAft>
              <a:buClr>
                <a:srgbClr val="888888"/>
              </a:buClr>
              <a:buSzPts val="1400"/>
              <a:buNone/>
              <a:defRPr sz="1400">
                <a:solidFill>
                  <a:srgbClr val="888888"/>
                </a:solidFill>
              </a:defRPr>
            </a:lvl9pPr>
          </a:lstStyle>
          <a:p/>
        </p:txBody>
      </p:sp>
      <p:sp>
        <p:nvSpPr>
          <p:cNvPr id="24" name="Google Shape;24;p30"/>
          <p:cNvSpPr txBox="1"/>
          <p:nvPr>
            <p:ph idx="10" type="dt"/>
          </p:nvPr>
        </p:nvSpPr>
        <p:spPr>
          <a:xfrm>
            <a:off x="457200" y="4767263"/>
            <a:ext cx="2133600" cy="273844"/>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5" name="Google Shape;25;p30"/>
          <p:cNvSpPr txBox="1"/>
          <p:nvPr>
            <p:ph idx="11" type="ftr"/>
          </p:nvPr>
        </p:nvSpPr>
        <p:spPr>
          <a:xfrm>
            <a:off x="3124200" y="4767263"/>
            <a:ext cx="2895600" cy="273844"/>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6" name="Google Shape;26;p30"/>
          <p:cNvSpPr txBox="1"/>
          <p:nvPr>
            <p:ph idx="12" type="sldNum"/>
          </p:nvPr>
        </p:nvSpPr>
        <p:spPr>
          <a:xfrm>
            <a:off x="6553200" y="4767263"/>
            <a:ext cx="2133600" cy="273844"/>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ID"/>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7" name="Shape 27"/>
        <p:cNvGrpSpPr/>
        <p:nvPr/>
      </p:nvGrpSpPr>
      <p:grpSpPr>
        <a:xfrm>
          <a:off x="0" y="0"/>
          <a:ext cx="0" cy="0"/>
          <a:chOff x="0" y="0"/>
          <a:chExt cx="0" cy="0"/>
        </a:xfrm>
      </p:grpSpPr>
      <p:sp>
        <p:nvSpPr>
          <p:cNvPr id="28" name="Google Shape;28;p31"/>
          <p:cNvSpPr txBox="1"/>
          <p:nvPr>
            <p:ph type="title"/>
          </p:nvPr>
        </p:nvSpPr>
        <p:spPr>
          <a:xfrm>
            <a:off x="457200" y="205979"/>
            <a:ext cx="8229600" cy="85725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9" name="Google Shape;29;p31"/>
          <p:cNvSpPr txBox="1"/>
          <p:nvPr>
            <p:ph idx="1" type="body"/>
          </p:nvPr>
        </p:nvSpPr>
        <p:spPr>
          <a:xfrm>
            <a:off x="457200" y="1200151"/>
            <a:ext cx="8229600" cy="3394472"/>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30" name="Google Shape;30;p31"/>
          <p:cNvSpPr txBox="1"/>
          <p:nvPr>
            <p:ph idx="10" type="dt"/>
          </p:nvPr>
        </p:nvSpPr>
        <p:spPr>
          <a:xfrm>
            <a:off x="457200" y="4767263"/>
            <a:ext cx="2133600" cy="273844"/>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1" name="Google Shape;31;p31"/>
          <p:cNvSpPr txBox="1"/>
          <p:nvPr>
            <p:ph idx="11" type="ftr"/>
          </p:nvPr>
        </p:nvSpPr>
        <p:spPr>
          <a:xfrm>
            <a:off x="3124200" y="4767263"/>
            <a:ext cx="2895600" cy="273844"/>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2" name="Google Shape;32;p31"/>
          <p:cNvSpPr txBox="1"/>
          <p:nvPr>
            <p:ph idx="12" type="sldNum"/>
          </p:nvPr>
        </p:nvSpPr>
        <p:spPr>
          <a:xfrm>
            <a:off x="6553200" y="4767263"/>
            <a:ext cx="2133600" cy="273844"/>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ID"/>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33" name="Shape 33"/>
        <p:cNvGrpSpPr/>
        <p:nvPr/>
      </p:nvGrpSpPr>
      <p:grpSpPr>
        <a:xfrm>
          <a:off x="0" y="0"/>
          <a:ext cx="0" cy="0"/>
          <a:chOff x="0" y="0"/>
          <a:chExt cx="0" cy="0"/>
        </a:xfrm>
      </p:grpSpPr>
      <p:sp>
        <p:nvSpPr>
          <p:cNvPr id="34" name="Google Shape;34;p32"/>
          <p:cNvSpPr txBox="1"/>
          <p:nvPr>
            <p:ph type="title"/>
          </p:nvPr>
        </p:nvSpPr>
        <p:spPr>
          <a:xfrm>
            <a:off x="1792288" y="3600450"/>
            <a:ext cx="5486400" cy="425054"/>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Arial"/>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5" name="Google Shape;35;p32"/>
          <p:cNvSpPr/>
          <p:nvPr>
            <p:ph idx="2" type="pic"/>
          </p:nvPr>
        </p:nvSpPr>
        <p:spPr>
          <a:xfrm>
            <a:off x="1792288" y="459581"/>
            <a:ext cx="5486400" cy="3086100"/>
          </a:xfrm>
          <a:prstGeom prst="rect">
            <a:avLst/>
          </a:prstGeom>
          <a:noFill/>
          <a:ln>
            <a:noFill/>
          </a:ln>
        </p:spPr>
      </p:sp>
      <p:sp>
        <p:nvSpPr>
          <p:cNvPr id="36" name="Google Shape;36;p32"/>
          <p:cNvSpPr txBox="1"/>
          <p:nvPr>
            <p:ph idx="1" type="body"/>
          </p:nvPr>
        </p:nvSpPr>
        <p:spPr>
          <a:xfrm>
            <a:off x="1792288" y="4025503"/>
            <a:ext cx="5486400" cy="603647"/>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37" name="Google Shape;37;p32"/>
          <p:cNvSpPr txBox="1"/>
          <p:nvPr>
            <p:ph idx="10" type="dt"/>
          </p:nvPr>
        </p:nvSpPr>
        <p:spPr>
          <a:xfrm>
            <a:off x="457200" y="4767263"/>
            <a:ext cx="2133600" cy="273844"/>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8" name="Google Shape;38;p32"/>
          <p:cNvSpPr txBox="1"/>
          <p:nvPr>
            <p:ph idx="11" type="ftr"/>
          </p:nvPr>
        </p:nvSpPr>
        <p:spPr>
          <a:xfrm>
            <a:off x="3124200" y="4767263"/>
            <a:ext cx="2895600" cy="273844"/>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9" name="Google Shape;39;p32"/>
          <p:cNvSpPr txBox="1"/>
          <p:nvPr>
            <p:ph idx="12" type="sldNum"/>
          </p:nvPr>
        </p:nvSpPr>
        <p:spPr>
          <a:xfrm>
            <a:off x="6553200" y="4767263"/>
            <a:ext cx="2133600" cy="273844"/>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ID"/>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40" name="Shape 40"/>
        <p:cNvGrpSpPr/>
        <p:nvPr/>
      </p:nvGrpSpPr>
      <p:grpSpPr>
        <a:xfrm>
          <a:off x="0" y="0"/>
          <a:ext cx="0" cy="0"/>
          <a:chOff x="0" y="0"/>
          <a:chExt cx="0" cy="0"/>
        </a:xfrm>
      </p:grpSpPr>
      <p:sp>
        <p:nvSpPr>
          <p:cNvPr id="41" name="Google Shape;41;p33"/>
          <p:cNvSpPr txBox="1"/>
          <p:nvPr>
            <p:ph type="title"/>
          </p:nvPr>
        </p:nvSpPr>
        <p:spPr>
          <a:xfrm>
            <a:off x="457200" y="205979"/>
            <a:ext cx="8229600" cy="85725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2" name="Google Shape;42;p33"/>
          <p:cNvSpPr txBox="1"/>
          <p:nvPr>
            <p:ph idx="1" type="body"/>
          </p:nvPr>
        </p:nvSpPr>
        <p:spPr>
          <a:xfrm>
            <a:off x="457200" y="1200151"/>
            <a:ext cx="4038600" cy="3394472"/>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43" name="Google Shape;43;p33"/>
          <p:cNvSpPr txBox="1"/>
          <p:nvPr>
            <p:ph idx="2" type="body"/>
          </p:nvPr>
        </p:nvSpPr>
        <p:spPr>
          <a:xfrm>
            <a:off x="4648200" y="1200151"/>
            <a:ext cx="4038600" cy="3394472"/>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44" name="Google Shape;44;p33"/>
          <p:cNvSpPr txBox="1"/>
          <p:nvPr>
            <p:ph idx="10" type="dt"/>
          </p:nvPr>
        </p:nvSpPr>
        <p:spPr>
          <a:xfrm>
            <a:off x="457200" y="4767263"/>
            <a:ext cx="2133600" cy="273844"/>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5" name="Google Shape;45;p33"/>
          <p:cNvSpPr txBox="1"/>
          <p:nvPr>
            <p:ph idx="11" type="ftr"/>
          </p:nvPr>
        </p:nvSpPr>
        <p:spPr>
          <a:xfrm>
            <a:off x="3124200" y="4767263"/>
            <a:ext cx="2895600" cy="273844"/>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6" name="Google Shape;46;p33"/>
          <p:cNvSpPr txBox="1"/>
          <p:nvPr>
            <p:ph idx="12" type="sldNum"/>
          </p:nvPr>
        </p:nvSpPr>
        <p:spPr>
          <a:xfrm>
            <a:off x="6553200" y="4767263"/>
            <a:ext cx="2133600" cy="273844"/>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ID"/>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7" name="Shape 47"/>
        <p:cNvGrpSpPr/>
        <p:nvPr/>
      </p:nvGrpSpPr>
      <p:grpSpPr>
        <a:xfrm>
          <a:off x="0" y="0"/>
          <a:ext cx="0" cy="0"/>
          <a:chOff x="0" y="0"/>
          <a:chExt cx="0" cy="0"/>
        </a:xfrm>
      </p:grpSpPr>
      <p:sp>
        <p:nvSpPr>
          <p:cNvPr id="48" name="Google Shape;48;p34"/>
          <p:cNvSpPr txBox="1"/>
          <p:nvPr>
            <p:ph type="title"/>
          </p:nvPr>
        </p:nvSpPr>
        <p:spPr>
          <a:xfrm>
            <a:off x="457200" y="205979"/>
            <a:ext cx="8229600" cy="85725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4400"/>
              <a:buFont typeface="Arial"/>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9" name="Google Shape;49;p34"/>
          <p:cNvSpPr txBox="1"/>
          <p:nvPr>
            <p:ph idx="1" type="body"/>
          </p:nvPr>
        </p:nvSpPr>
        <p:spPr>
          <a:xfrm>
            <a:off x="457200" y="1151335"/>
            <a:ext cx="4040188" cy="47982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50" name="Google Shape;50;p34"/>
          <p:cNvSpPr txBox="1"/>
          <p:nvPr>
            <p:ph idx="2" type="body"/>
          </p:nvPr>
        </p:nvSpPr>
        <p:spPr>
          <a:xfrm>
            <a:off x="457200" y="1631156"/>
            <a:ext cx="4040188" cy="2963466"/>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51" name="Google Shape;51;p34"/>
          <p:cNvSpPr txBox="1"/>
          <p:nvPr>
            <p:ph idx="3" type="body"/>
          </p:nvPr>
        </p:nvSpPr>
        <p:spPr>
          <a:xfrm>
            <a:off x="4645026" y="1151335"/>
            <a:ext cx="4041775" cy="47982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52" name="Google Shape;52;p34"/>
          <p:cNvSpPr txBox="1"/>
          <p:nvPr>
            <p:ph idx="4" type="body"/>
          </p:nvPr>
        </p:nvSpPr>
        <p:spPr>
          <a:xfrm>
            <a:off x="4645026" y="1631156"/>
            <a:ext cx="4041775" cy="2963466"/>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53" name="Google Shape;53;p34"/>
          <p:cNvSpPr txBox="1"/>
          <p:nvPr>
            <p:ph idx="10" type="dt"/>
          </p:nvPr>
        </p:nvSpPr>
        <p:spPr>
          <a:xfrm>
            <a:off x="457200" y="4767263"/>
            <a:ext cx="2133600" cy="273844"/>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4" name="Google Shape;54;p34"/>
          <p:cNvSpPr txBox="1"/>
          <p:nvPr>
            <p:ph idx="11" type="ftr"/>
          </p:nvPr>
        </p:nvSpPr>
        <p:spPr>
          <a:xfrm>
            <a:off x="3124200" y="4767263"/>
            <a:ext cx="2895600" cy="273844"/>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5" name="Google Shape;55;p34"/>
          <p:cNvSpPr txBox="1"/>
          <p:nvPr>
            <p:ph idx="12" type="sldNum"/>
          </p:nvPr>
        </p:nvSpPr>
        <p:spPr>
          <a:xfrm>
            <a:off x="6553200" y="4767263"/>
            <a:ext cx="2133600" cy="273844"/>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ID"/>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56" name="Shape 56"/>
        <p:cNvGrpSpPr/>
        <p:nvPr/>
      </p:nvGrpSpPr>
      <p:grpSpPr>
        <a:xfrm>
          <a:off x="0" y="0"/>
          <a:ext cx="0" cy="0"/>
          <a:chOff x="0" y="0"/>
          <a:chExt cx="0" cy="0"/>
        </a:xfrm>
      </p:grpSpPr>
      <p:sp>
        <p:nvSpPr>
          <p:cNvPr id="57" name="Google Shape;57;p35"/>
          <p:cNvSpPr txBox="1"/>
          <p:nvPr>
            <p:ph type="title"/>
          </p:nvPr>
        </p:nvSpPr>
        <p:spPr>
          <a:xfrm>
            <a:off x="457200" y="205979"/>
            <a:ext cx="8229600" cy="85725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8" name="Google Shape;58;p35"/>
          <p:cNvSpPr txBox="1"/>
          <p:nvPr>
            <p:ph idx="10" type="dt"/>
          </p:nvPr>
        </p:nvSpPr>
        <p:spPr>
          <a:xfrm>
            <a:off x="457200" y="4767263"/>
            <a:ext cx="2133600" cy="273844"/>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9" name="Google Shape;59;p35"/>
          <p:cNvSpPr txBox="1"/>
          <p:nvPr>
            <p:ph idx="11" type="ftr"/>
          </p:nvPr>
        </p:nvSpPr>
        <p:spPr>
          <a:xfrm>
            <a:off x="3124200" y="4767263"/>
            <a:ext cx="2895600" cy="273844"/>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0" name="Google Shape;60;p35"/>
          <p:cNvSpPr txBox="1"/>
          <p:nvPr>
            <p:ph idx="12" type="sldNum"/>
          </p:nvPr>
        </p:nvSpPr>
        <p:spPr>
          <a:xfrm>
            <a:off x="6553200" y="4767263"/>
            <a:ext cx="2133600" cy="273844"/>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ID"/>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61" name="Shape 61"/>
        <p:cNvGrpSpPr/>
        <p:nvPr/>
      </p:nvGrpSpPr>
      <p:grpSpPr>
        <a:xfrm>
          <a:off x="0" y="0"/>
          <a:ext cx="0" cy="0"/>
          <a:chOff x="0" y="0"/>
          <a:chExt cx="0" cy="0"/>
        </a:xfrm>
      </p:grpSpPr>
      <p:sp>
        <p:nvSpPr>
          <p:cNvPr id="62" name="Google Shape;62;p36"/>
          <p:cNvSpPr txBox="1"/>
          <p:nvPr>
            <p:ph idx="10" type="dt"/>
          </p:nvPr>
        </p:nvSpPr>
        <p:spPr>
          <a:xfrm>
            <a:off x="457200" y="4767263"/>
            <a:ext cx="2133600" cy="273844"/>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3" name="Google Shape;63;p36"/>
          <p:cNvSpPr txBox="1"/>
          <p:nvPr>
            <p:ph idx="11" type="ftr"/>
          </p:nvPr>
        </p:nvSpPr>
        <p:spPr>
          <a:xfrm>
            <a:off x="3124200" y="4767263"/>
            <a:ext cx="2895600" cy="273844"/>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4" name="Google Shape;64;p36"/>
          <p:cNvSpPr txBox="1"/>
          <p:nvPr>
            <p:ph idx="12" type="sldNum"/>
          </p:nvPr>
        </p:nvSpPr>
        <p:spPr>
          <a:xfrm>
            <a:off x="6553200" y="4767263"/>
            <a:ext cx="2133600" cy="273844"/>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ID"/>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65" name="Shape 65"/>
        <p:cNvGrpSpPr/>
        <p:nvPr/>
      </p:nvGrpSpPr>
      <p:grpSpPr>
        <a:xfrm>
          <a:off x="0" y="0"/>
          <a:ext cx="0" cy="0"/>
          <a:chOff x="0" y="0"/>
          <a:chExt cx="0" cy="0"/>
        </a:xfrm>
      </p:grpSpPr>
      <p:sp>
        <p:nvSpPr>
          <p:cNvPr id="66" name="Google Shape;66;p37"/>
          <p:cNvSpPr txBox="1"/>
          <p:nvPr>
            <p:ph type="title"/>
          </p:nvPr>
        </p:nvSpPr>
        <p:spPr>
          <a:xfrm>
            <a:off x="457201" y="204787"/>
            <a:ext cx="3008313" cy="871538"/>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Arial"/>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7" name="Google Shape;67;p37"/>
          <p:cNvSpPr txBox="1"/>
          <p:nvPr>
            <p:ph idx="1" type="body"/>
          </p:nvPr>
        </p:nvSpPr>
        <p:spPr>
          <a:xfrm>
            <a:off x="3575050" y="204788"/>
            <a:ext cx="5111750" cy="4389835"/>
          </a:xfrm>
          <a:prstGeom prst="rect">
            <a:avLst/>
          </a:prstGeom>
          <a:noFill/>
          <a:ln>
            <a:noFill/>
          </a:ln>
        </p:spPr>
        <p:txBody>
          <a:bodyPr anchorCtr="0" anchor="t" bIns="45700" lIns="91425" spcFirstLastPara="1" rIns="91425" wrap="square" tIns="45700">
            <a:normAutofit/>
          </a:bodyPr>
          <a:lstStyle>
            <a:lvl1pPr indent="-431800" lvl="0" marL="457200" algn="l">
              <a:spcBef>
                <a:spcPts val="640"/>
              </a:spcBef>
              <a:spcAft>
                <a:spcPts val="0"/>
              </a:spcAft>
              <a:buClr>
                <a:schemeClr val="dk1"/>
              </a:buClr>
              <a:buSzPts val="3200"/>
              <a:buChar char="•"/>
              <a:defRPr sz="3200"/>
            </a:lvl1pPr>
            <a:lvl2pPr indent="-406400" lvl="1" marL="914400" algn="l">
              <a:spcBef>
                <a:spcPts val="560"/>
              </a:spcBef>
              <a:spcAft>
                <a:spcPts val="0"/>
              </a:spcAft>
              <a:buClr>
                <a:schemeClr val="dk1"/>
              </a:buClr>
              <a:buSzPts val="2800"/>
              <a:buChar char="–"/>
              <a:defRPr sz="2800"/>
            </a:lvl2pPr>
            <a:lvl3pPr indent="-381000" lvl="2" marL="1371600" algn="l">
              <a:spcBef>
                <a:spcPts val="480"/>
              </a:spcBef>
              <a:spcAft>
                <a:spcPts val="0"/>
              </a:spcAft>
              <a:buClr>
                <a:schemeClr val="dk1"/>
              </a:buClr>
              <a:buSzPts val="2400"/>
              <a:buChar char="•"/>
              <a:defRPr sz="2400"/>
            </a:lvl3pPr>
            <a:lvl4pPr indent="-355600" lvl="3" marL="1828800" algn="l">
              <a:spcBef>
                <a:spcPts val="400"/>
              </a:spcBef>
              <a:spcAft>
                <a:spcPts val="0"/>
              </a:spcAft>
              <a:buClr>
                <a:schemeClr val="dk1"/>
              </a:buClr>
              <a:buSzPts val="2000"/>
              <a:buChar char="–"/>
              <a:defRPr sz="2000"/>
            </a:lvl4pPr>
            <a:lvl5pPr indent="-355600" lvl="4" marL="2286000" algn="l">
              <a:spcBef>
                <a:spcPts val="400"/>
              </a:spcBef>
              <a:spcAft>
                <a:spcPts val="0"/>
              </a:spcAft>
              <a:buClr>
                <a:schemeClr val="dk1"/>
              </a:buClr>
              <a:buSzPts val="2000"/>
              <a:buChar char="»"/>
              <a:defRPr sz="2000"/>
            </a:lvl5pPr>
            <a:lvl6pPr indent="-355600" lvl="5" marL="2743200" algn="l">
              <a:spcBef>
                <a:spcPts val="400"/>
              </a:spcBef>
              <a:spcAft>
                <a:spcPts val="0"/>
              </a:spcAft>
              <a:buClr>
                <a:schemeClr val="dk1"/>
              </a:buClr>
              <a:buSzPts val="2000"/>
              <a:buChar char="•"/>
              <a:defRPr sz="2000"/>
            </a:lvl6pPr>
            <a:lvl7pPr indent="-355600" lvl="6" marL="3200400" algn="l">
              <a:spcBef>
                <a:spcPts val="400"/>
              </a:spcBef>
              <a:spcAft>
                <a:spcPts val="0"/>
              </a:spcAft>
              <a:buClr>
                <a:schemeClr val="dk1"/>
              </a:buClr>
              <a:buSzPts val="2000"/>
              <a:buChar char="•"/>
              <a:defRPr sz="2000"/>
            </a:lvl7pPr>
            <a:lvl8pPr indent="-355600" lvl="7" marL="3657600" algn="l">
              <a:spcBef>
                <a:spcPts val="400"/>
              </a:spcBef>
              <a:spcAft>
                <a:spcPts val="0"/>
              </a:spcAft>
              <a:buClr>
                <a:schemeClr val="dk1"/>
              </a:buClr>
              <a:buSzPts val="2000"/>
              <a:buChar char="•"/>
              <a:defRPr sz="2000"/>
            </a:lvl8pPr>
            <a:lvl9pPr indent="-355600" lvl="8" marL="4114800" algn="l">
              <a:spcBef>
                <a:spcPts val="400"/>
              </a:spcBef>
              <a:spcAft>
                <a:spcPts val="0"/>
              </a:spcAft>
              <a:buClr>
                <a:schemeClr val="dk1"/>
              </a:buClr>
              <a:buSzPts val="2000"/>
              <a:buChar char="•"/>
              <a:defRPr sz="2000"/>
            </a:lvl9pPr>
          </a:lstStyle>
          <a:p/>
        </p:txBody>
      </p:sp>
      <p:sp>
        <p:nvSpPr>
          <p:cNvPr id="68" name="Google Shape;68;p37"/>
          <p:cNvSpPr txBox="1"/>
          <p:nvPr>
            <p:ph idx="2" type="body"/>
          </p:nvPr>
        </p:nvSpPr>
        <p:spPr>
          <a:xfrm>
            <a:off x="457201" y="1076326"/>
            <a:ext cx="3008313" cy="3518297"/>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69" name="Google Shape;69;p37"/>
          <p:cNvSpPr txBox="1"/>
          <p:nvPr>
            <p:ph idx="10" type="dt"/>
          </p:nvPr>
        </p:nvSpPr>
        <p:spPr>
          <a:xfrm>
            <a:off x="457200" y="4767263"/>
            <a:ext cx="2133600" cy="273844"/>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0" name="Google Shape;70;p37"/>
          <p:cNvSpPr txBox="1"/>
          <p:nvPr>
            <p:ph idx="11" type="ftr"/>
          </p:nvPr>
        </p:nvSpPr>
        <p:spPr>
          <a:xfrm>
            <a:off x="3124200" y="4767263"/>
            <a:ext cx="2895600" cy="273844"/>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1" name="Google Shape;71;p37"/>
          <p:cNvSpPr txBox="1"/>
          <p:nvPr>
            <p:ph idx="12" type="sldNum"/>
          </p:nvPr>
        </p:nvSpPr>
        <p:spPr>
          <a:xfrm>
            <a:off x="6553200" y="4767263"/>
            <a:ext cx="2133600" cy="273844"/>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ID"/>
              <a:t>‹#›</a:t>
            </a:fld>
            <a:endParaRPr>
              <a:solidFill>
                <a:srgbClr val="88A44E"/>
              </a:solidFill>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72" name="Shape 72"/>
        <p:cNvGrpSpPr/>
        <p:nvPr/>
      </p:nvGrpSpPr>
      <p:grpSpPr>
        <a:xfrm>
          <a:off x="0" y="0"/>
          <a:ext cx="0" cy="0"/>
          <a:chOff x="0" y="0"/>
          <a:chExt cx="0" cy="0"/>
        </a:xfrm>
      </p:grpSpPr>
      <p:sp>
        <p:nvSpPr>
          <p:cNvPr id="73" name="Google Shape;73;p38"/>
          <p:cNvSpPr txBox="1"/>
          <p:nvPr>
            <p:ph type="title"/>
          </p:nvPr>
        </p:nvSpPr>
        <p:spPr>
          <a:xfrm>
            <a:off x="457200" y="205979"/>
            <a:ext cx="8229600" cy="85725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4" name="Google Shape;74;p38"/>
          <p:cNvSpPr txBox="1"/>
          <p:nvPr>
            <p:ph idx="1" type="body"/>
          </p:nvPr>
        </p:nvSpPr>
        <p:spPr>
          <a:xfrm rot="5400000">
            <a:off x="2874764" y="-1217413"/>
            <a:ext cx="3394472" cy="82296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5" name="Google Shape;75;p38"/>
          <p:cNvSpPr txBox="1"/>
          <p:nvPr>
            <p:ph idx="10" type="dt"/>
          </p:nvPr>
        </p:nvSpPr>
        <p:spPr>
          <a:xfrm>
            <a:off x="457200" y="4767263"/>
            <a:ext cx="2133600" cy="273844"/>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6" name="Google Shape;76;p38"/>
          <p:cNvSpPr txBox="1"/>
          <p:nvPr>
            <p:ph idx="11" type="ftr"/>
          </p:nvPr>
        </p:nvSpPr>
        <p:spPr>
          <a:xfrm>
            <a:off x="3124200" y="4767263"/>
            <a:ext cx="2895600" cy="273844"/>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7" name="Google Shape;77;p38"/>
          <p:cNvSpPr txBox="1"/>
          <p:nvPr>
            <p:ph idx="12" type="sldNum"/>
          </p:nvPr>
        </p:nvSpPr>
        <p:spPr>
          <a:xfrm>
            <a:off x="6553200" y="4767263"/>
            <a:ext cx="2133600" cy="273844"/>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ID"/>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8" name="Shape 78"/>
        <p:cNvGrpSpPr/>
        <p:nvPr/>
      </p:nvGrpSpPr>
      <p:grpSpPr>
        <a:xfrm>
          <a:off x="0" y="0"/>
          <a:ext cx="0" cy="0"/>
          <a:chOff x="0" y="0"/>
          <a:chExt cx="0" cy="0"/>
        </a:xfrm>
      </p:grpSpPr>
      <p:sp>
        <p:nvSpPr>
          <p:cNvPr id="79" name="Google Shape;79;p39"/>
          <p:cNvSpPr txBox="1"/>
          <p:nvPr>
            <p:ph type="title"/>
          </p:nvPr>
        </p:nvSpPr>
        <p:spPr>
          <a:xfrm rot="5400000">
            <a:off x="5463778" y="1371601"/>
            <a:ext cx="4388644" cy="20574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80" name="Google Shape;80;p39"/>
          <p:cNvSpPr txBox="1"/>
          <p:nvPr>
            <p:ph idx="1" type="body"/>
          </p:nvPr>
        </p:nvSpPr>
        <p:spPr>
          <a:xfrm rot="5400000">
            <a:off x="1272778" y="-609599"/>
            <a:ext cx="4388644" cy="60198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81" name="Google Shape;81;p39"/>
          <p:cNvSpPr txBox="1"/>
          <p:nvPr>
            <p:ph idx="10" type="dt"/>
          </p:nvPr>
        </p:nvSpPr>
        <p:spPr>
          <a:xfrm>
            <a:off x="457200" y="4767263"/>
            <a:ext cx="2133600" cy="273844"/>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2" name="Google Shape;82;p39"/>
          <p:cNvSpPr txBox="1"/>
          <p:nvPr>
            <p:ph idx="11" type="ftr"/>
          </p:nvPr>
        </p:nvSpPr>
        <p:spPr>
          <a:xfrm>
            <a:off x="3124200" y="4767263"/>
            <a:ext cx="2895600" cy="273844"/>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3" name="Google Shape;83;p39"/>
          <p:cNvSpPr txBox="1"/>
          <p:nvPr>
            <p:ph idx="12" type="sldNum"/>
          </p:nvPr>
        </p:nvSpPr>
        <p:spPr>
          <a:xfrm>
            <a:off x="6553200" y="4767263"/>
            <a:ext cx="2133600" cy="273844"/>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ID"/>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28"/>
          <p:cNvSpPr txBox="1"/>
          <p:nvPr>
            <p:ph type="title"/>
          </p:nvPr>
        </p:nvSpPr>
        <p:spPr>
          <a:xfrm>
            <a:off x="457200" y="205979"/>
            <a:ext cx="8229600" cy="857250"/>
          </a:xfrm>
          <a:prstGeom prst="rect">
            <a:avLst/>
          </a:prstGeom>
          <a:noFill/>
          <a:ln>
            <a:noFill/>
          </a:ln>
        </p:spPr>
        <p:txBody>
          <a:bodyPr anchorCtr="0" anchor="ctr" bIns="45700" lIns="91425" spcFirstLastPara="1" rIns="91425" wrap="square" tIns="45700">
            <a:normAutofit/>
          </a:bodyPr>
          <a:lstStyle>
            <a:lvl1pPr lvl="0" marR="0" rtl="0" algn="ctr">
              <a:spcBef>
                <a:spcPts val="0"/>
              </a:spcBef>
              <a:spcAft>
                <a:spcPts val="0"/>
              </a:spcAft>
              <a:buClr>
                <a:schemeClr val="dk1"/>
              </a:buClr>
              <a:buSzPts val="4400"/>
              <a:buFont typeface="Arial"/>
              <a:buNone/>
              <a:defRPr b="0" i="0" sz="4400" u="none" cap="none" strike="noStrike">
                <a:solidFill>
                  <a:schemeClr val="dk1"/>
                </a:solidFill>
                <a:latin typeface="Arial"/>
                <a:ea typeface="Arial"/>
                <a:cs typeface="Arial"/>
                <a:sym typeface="Aria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1" name="Google Shape;11;p28"/>
          <p:cNvSpPr txBox="1"/>
          <p:nvPr>
            <p:ph idx="1" type="body"/>
          </p:nvPr>
        </p:nvSpPr>
        <p:spPr>
          <a:xfrm>
            <a:off x="457200" y="1200151"/>
            <a:ext cx="8229600" cy="3394472"/>
          </a:xfrm>
          <a:prstGeom prst="rect">
            <a:avLst/>
          </a:prstGeom>
          <a:noFill/>
          <a:ln>
            <a:noFill/>
          </a:ln>
        </p:spPr>
        <p:txBody>
          <a:bodyPr anchorCtr="0" anchor="t" bIns="45700" lIns="91425" spcFirstLastPara="1" rIns="91425" wrap="square" tIns="45700">
            <a:normAutofit/>
          </a:bodyPr>
          <a:lstStyle>
            <a:lvl1pPr indent="-431800" lvl="0" marL="457200" marR="0" rtl="0" algn="l">
              <a:spcBef>
                <a:spcPts val="640"/>
              </a:spcBef>
              <a:spcAft>
                <a:spcPts val="0"/>
              </a:spcAft>
              <a:buClr>
                <a:schemeClr val="dk1"/>
              </a:buClr>
              <a:buSzPts val="3200"/>
              <a:buFont typeface="Arial"/>
              <a:buChar char="•"/>
              <a:defRPr b="0" i="0" sz="3200" u="none" cap="none" strike="noStrike">
                <a:solidFill>
                  <a:schemeClr val="dk1"/>
                </a:solidFill>
                <a:latin typeface="Arial"/>
                <a:ea typeface="Arial"/>
                <a:cs typeface="Arial"/>
                <a:sym typeface="Arial"/>
              </a:defRPr>
            </a:lvl1pPr>
            <a:lvl2pPr indent="-406400" lvl="1" marL="914400" marR="0" rtl="0" algn="l">
              <a:spcBef>
                <a:spcPts val="560"/>
              </a:spcBef>
              <a:spcAft>
                <a:spcPts val="0"/>
              </a:spcAft>
              <a:buClr>
                <a:schemeClr val="dk1"/>
              </a:buClr>
              <a:buSzPts val="2800"/>
              <a:buFont typeface="Arial"/>
              <a:buChar char="–"/>
              <a:defRPr b="0" i="0" sz="2800" u="none" cap="none" strike="noStrike">
                <a:solidFill>
                  <a:schemeClr val="dk1"/>
                </a:solidFill>
                <a:latin typeface="Arial"/>
                <a:ea typeface="Arial"/>
                <a:cs typeface="Arial"/>
                <a:sym typeface="Arial"/>
              </a:defRPr>
            </a:lvl2pPr>
            <a:lvl3pPr indent="-381000" lvl="2" marL="1371600" marR="0" rtl="0" algn="l">
              <a:spcBef>
                <a:spcPts val="480"/>
              </a:spcBef>
              <a:spcAft>
                <a:spcPts val="0"/>
              </a:spcAft>
              <a:buClr>
                <a:schemeClr val="dk1"/>
              </a:buClr>
              <a:buSzPts val="2400"/>
              <a:buFont typeface="Arial"/>
              <a:buChar char="•"/>
              <a:defRPr b="0" i="0" sz="2400" u="none" cap="none" strike="noStrike">
                <a:solidFill>
                  <a:schemeClr val="dk1"/>
                </a:solidFill>
                <a:latin typeface="Arial"/>
                <a:ea typeface="Arial"/>
                <a:cs typeface="Arial"/>
                <a:sym typeface="Arial"/>
              </a:defRPr>
            </a:lvl3pPr>
            <a:lvl4pPr indent="-355600" lvl="3" marL="1828800" marR="0" rtl="0" algn="l">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4pPr>
            <a:lvl5pPr indent="-355600" lvl="4" marL="2286000" marR="0" rtl="0" algn="l">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9pPr>
          </a:lstStyle>
          <a:p/>
        </p:txBody>
      </p:sp>
      <p:sp>
        <p:nvSpPr>
          <p:cNvPr id="12" name="Google Shape;12;p28"/>
          <p:cNvSpPr txBox="1"/>
          <p:nvPr>
            <p:ph idx="10" type="dt"/>
          </p:nvPr>
        </p:nvSpPr>
        <p:spPr>
          <a:xfrm>
            <a:off x="457200" y="4767263"/>
            <a:ext cx="2133600" cy="273844"/>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888888"/>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13" name="Google Shape;13;p28"/>
          <p:cNvSpPr txBox="1"/>
          <p:nvPr>
            <p:ph idx="11" type="ftr"/>
          </p:nvPr>
        </p:nvSpPr>
        <p:spPr>
          <a:xfrm>
            <a:off x="3124200" y="4767263"/>
            <a:ext cx="2895600" cy="273844"/>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rgbClr val="888888"/>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14" name="Google Shape;14;p28"/>
          <p:cNvSpPr txBox="1"/>
          <p:nvPr>
            <p:ph idx="12" type="sldNum"/>
          </p:nvPr>
        </p:nvSpPr>
        <p:spPr>
          <a:xfrm>
            <a:off x="6553200" y="4767263"/>
            <a:ext cx="2133600" cy="273844"/>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200" u="none" cap="none" strike="noStrike">
                <a:solidFill>
                  <a:srgbClr val="888888"/>
                </a:solidFill>
                <a:latin typeface="Arial"/>
                <a:ea typeface="Arial"/>
                <a:cs typeface="Arial"/>
                <a:sym typeface="Arial"/>
              </a:defRPr>
            </a:lvl1pPr>
            <a:lvl2pPr indent="0" lvl="1" marL="0" marR="0" rtl="0" algn="r">
              <a:spcBef>
                <a:spcPts val="0"/>
              </a:spcBef>
              <a:buNone/>
              <a:defRPr b="0" i="0" sz="1200" u="none" cap="none" strike="noStrike">
                <a:solidFill>
                  <a:srgbClr val="888888"/>
                </a:solidFill>
                <a:latin typeface="Arial"/>
                <a:ea typeface="Arial"/>
                <a:cs typeface="Arial"/>
                <a:sym typeface="Arial"/>
              </a:defRPr>
            </a:lvl2pPr>
            <a:lvl3pPr indent="0" lvl="2" marL="0" marR="0" rtl="0" algn="r">
              <a:spcBef>
                <a:spcPts val="0"/>
              </a:spcBef>
              <a:buNone/>
              <a:defRPr b="0" i="0" sz="1200" u="none" cap="none" strike="noStrike">
                <a:solidFill>
                  <a:srgbClr val="888888"/>
                </a:solidFill>
                <a:latin typeface="Arial"/>
                <a:ea typeface="Arial"/>
                <a:cs typeface="Arial"/>
                <a:sym typeface="Arial"/>
              </a:defRPr>
            </a:lvl3pPr>
            <a:lvl4pPr indent="0" lvl="3" marL="0" marR="0" rtl="0" algn="r">
              <a:spcBef>
                <a:spcPts val="0"/>
              </a:spcBef>
              <a:buNone/>
              <a:defRPr b="0" i="0" sz="1200" u="none" cap="none" strike="noStrike">
                <a:solidFill>
                  <a:srgbClr val="888888"/>
                </a:solidFill>
                <a:latin typeface="Arial"/>
                <a:ea typeface="Arial"/>
                <a:cs typeface="Arial"/>
                <a:sym typeface="Arial"/>
              </a:defRPr>
            </a:lvl4pPr>
            <a:lvl5pPr indent="0" lvl="4" marL="0" marR="0" rtl="0" algn="r">
              <a:spcBef>
                <a:spcPts val="0"/>
              </a:spcBef>
              <a:buNone/>
              <a:defRPr b="0" i="0" sz="1200" u="none" cap="none" strike="noStrike">
                <a:solidFill>
                  <a:srgbClr val="888888"/>
                </a:solidFill>
                <a:latin typeface="Arial"/>
                <a:ea typeface="Arial"/>
                <a:cs typeface="Arial"/>
                <a:sym typeface="Arial"/>
              </a:defRPr>
            </a:lvl5pPr>
            <a:lvl6pPr indent="0" lvl="5" marL="0" marR="0" rtl="0" algn="r">
              <a:spcBef>
                <a:spcPts val="0"/>
              </a:spcBef>
              <a:buNone/>
              <a:defRPr b="0" i="0" sz="1200" u="none" cap="none" strike="noStrike">
                <a:solidFill>
                  <a:srgbClr val="888888"/>
                </a:solidFill>
                <a:latin typeface="Arial"/>
                <a:ea typeface="Arial"/>
                <a:cs typeface="Arial"/>
                <a:sym typeface="Arial"/>
              </a:defRPr>
            </a:lvl6pPr>
            <a:lvl7pPr indent="0" lvl="6" marL="0" marR="0" rtl="0" algn="r">
              <a:spcBef>
                <a:spcPts val="0"/>
              </a:spcBef>
              <a:buNone/>
              <a:defRPr b="0" i="0" sz="1200" u="none" cap="none" strike="noStrike">
                <a:solidFill>
                  <a:srgbClr val="888888"/>
                </a:solidFill>
                <a:latin typeface="Arial"/>
                <a:ea typeface="Arial"/>
                <a:cs typeface="Arial"/>
                <a:sym typeface="Arial"/>
              </a:defRPr>
            </a:lvl7pPr>
            <a:lvl8pPr indent="0" lvl="7" marL="0" marR="0" rtl="0" algn="r">
              <a:spcBef>
                <a:spcPts val="0"/>
              </a:spcBef>
              <a:buNone/>
              <a:defRPr b="0" i="0" sz="1200" u="none" cap="none" strike="noStrike">
                <a:solidFill>
                  <a:srgbClr val="888888"/>
                </a:solidFill>
                <a:latin typeface="Arial"/>
                <a:ea typeface="Arial"/>
                <a:cs typeface="Arial"/>
                <a:sym typeface="Arial"/>
              </a:defRPr>
            </a:lvl8pPr>
            <a:lvl9pPr indent="0" lvl="8" marL="0" marR="0" rtl="0" algn="r">
              <a:spcBef>
                <a:spcPts val="0"/>
              </a:spcBef>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ID"/>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2.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1.jp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image" Target="../media/image3.jp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image" Target="../media/image3.jp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image" Target="../media/image3.jpg"/><Relationship Id="rId4" Type="http://schemas.openxmlformats.org/officeDocument/2006/relationships/hyperlink" Target="https://pub.dev/packages/shared_preferences" TargetMode="Externa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3.jp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image" Target="../media/image3.jp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image" Target="../media/image3.jp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image" Target="../media/image3.jp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 Id="rId3" Type="http://schemas.openxmlformats.org/officeDocument/2006/relationships/image" Target="../media/image1.jp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 Id="rId3" Type="http://schemas.openxmlformats.org/officeDocument/2006/relationships/image" Target="../media/image3.jp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 Id="rId3" Type="http://schemas.openxmlformats.org/officeDocument/2006/relationships/image" Target="../media/image3.jpg"/><Relationship Id="rId4" Type="http://schemas.openxmlformats.org/officeDocument/2006/relationships/image" Target="../media/image11.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 Id="rId3" Type="http://schemas.openxmlformats.org/officeDocument/2006/relationships/image" Target="../media/image3.jpg"/><Relationship Id="rId4" Type="http://schemas.openxmlformats.org/officeDocument/2006/relationships/image" Target="../media/image8.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 Id="rId3" Type="http://schemas.openxmlformats.org/officeDocument/2006/relationships/image" Target="../media/image3.jpg"/><Relationship Id="rId4" Type="http://schemas.openxmlformats.org/officeDocument/2006/relationships/hyperlink" Target="https://api.dart.dev/stable/dart-async/Future-class.html" TargetMode="External"/><Relationship Id="rId5" Type="http://schemas.openxmlformats.org/officeDocument/2006/relationships/hyperlink" Target="https://api.dart.dev/stable/dart-async/Future-class.html" TargetMode="External"/><Relationship Id="rId6" Type="http://schemas.openxmlformats.org/officeDocument/2006/relationships/hyperlink" Target="https://api.dart.dev/stable/dart-async/Future-class.html" TargetMode="Externa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 Id="rId3" Type="http://schemas.openxmlformats.org/officeDocument/2006/relationships/image" Target="../media/image3.jpg"/><Relationship Id="rId4" Type="http://schemas.openxmlformats.org/officeDocument/2006/relationships/image" Target="../media/image10.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 Id="rId3" Type="http://schemas.openxmlformats.org/officeDocument/2006/relationships/image" Target="../media/image1.jp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 Id="rId3" Type="http://schemas.openxmlformats.org/officeDocument/2006/relationships/image" Target="../media/image3.jp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 Id="rId3" Type="http://schemas.openxmlformats.org/officeDocument/2006/relationships/image" Target="../media/image3.jpg"/><Relationship Id="rId4" Type="http://schemas.openxmlformats.org/officeDocument/2006/relationships/image" Target="../media/image6.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 Id="rId3" Type="http://schemas.openxmlformats.org/officeDocument/2006/relationships/image" Target="../media/image3.jp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 Id="rId3" Type="http://schemas.openxmlformats.org/officeDocument/2006/relationships/image" Target="../media/image3.jp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 Id="rId3" Type="http://schemas.openxmlformats.org/officeDocument/2006/relationships/image" Target="../media/image3.jp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 Id="rId3" Type="http://schemas.openxmlformats.org/officeDocument/2006/relationships/image" Target="../media/image3.jp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 Id="rId3" Type="http://schemas.openxmlformats.org/officeDocument/2006/relationships/image" Target="../media/image1.jp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xml"/><Relationship Id="rId3" Type="http://schemas.openxmlformats.org/officeDocument/2006/relationships/image" Target="../media/image3.jp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 Id="rId3" Type="http://schemas.openxmlformats.org/officeDocument/2006/relationships/image" Target="../media/image1.jp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6.xml"/><Relationship Id="rId3" Type="http://schemas.openxmlformats.org/officeDocument/2006/relationships/image" Target="../media/image3.jp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7.xml"/><Relationship Id="rId3" Type="http://schemas.openxmlformats.org/officeDocument/2006/relationships/image" Target="../media/image7.jpg"/><Relationship Id="rId4" Type="http://schemas.openxmlformats.org/officeDocument/2006/relationships/image" Target="../media/image9.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87" name="Shape 87"/>
        <p:cNvGrpSpPr/>
        <p:nvPr/>
      </p:nvGrpSpPr>
      <p:grpSpPr>
        <a:xfrm>
          <a:off x="0" y="0"/>
          <a:ext cx="0" cy="0"/>
          <a:chOff x="0" y="0"/>
          <a:chExt cx="0" cy="0"/>
        </a:xfrm>
      </p:grpSpPr>
      <p:sp>
        <p:nvSpPr>
          <p:cNvPr id="88" name="Google Shape;88;p1"/>
          <p:cNvSpPr txBox="1"/>
          <p:nvPr>
            <p:ph type="ctrTitle"/>
          </p:nvPr>
        </p:nvSpPr>
        <p:spPr>
          <a:xfrm>
            <a:off x="685799" y="1935264"/>
            <a:ext cx="8162926" cy="1272972"/>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Clr>
                <a:schemeClr val="lt1"/>
              </a:buClr>
              <a:buSzPts val="6000"/>
              <a:buFont typeface="Arial"/>
              <a:buNone/>
            </a:pPr>
            <a:r>
              <a:rPr lang="en-ID" sz="6000">
                <a:solidFill>
                  <a:schemeClr val="lt1"/>
                </a:solidFill>
              </a:rPr>
              <a:t>Shared Preference</a:t>
            </a:r>
            <a:endParaRPr b="1" sz="6000">
              <a:solidFill>
                <a:schemeClr val="lt1"/>
              </a:solidFill>
            </a:endParaRPr>
          </a:p>
        </p:txBody>
      </p:sp>
      <p:sp>
        <p:nvSpPr>
          <p:cNvPr id="89" name="Google Shape;89;p1"/>
          <p:cNvSpPr txBox="1"/>
          <p:nvPr>
            <p:ph idx="1" type="subTitle"/>
          </p:nvPr>
        </p:nvSpPr>
        <p:spPr>
          <a:xfrm>
            <a:off x="4685145" y="3468832"/>
            <a:ext cx="3962400" cy="1103168"/>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rgbClr val="FFFFFF"/>
              </a:buClr>
              <a:buSzPts val="1600"/>
              <a:buNone/>
            </a:pPr>
            <a:r>
              <a:rPr lang="en-ID" sz="1600">
                <a:solidFill>
                  <a:srgbClr val="FFFFFF"/>
                </a:solidFill>
              </a:rPr>
              <a:t>Week 6</a:t>
            </a:r>
            <a:endParaRPr/>
          </a:p>
          <a:p>
            <a:pPr indent="0" lvl="0" marL="0" rtl="0" algn="l">
              <a:spcBef>
                <a:spcPts val="320"/>
              </a:spcBef>
              <a:spcAft>
                <a:spcPts val="0"/>
              </a:spcAft>
              <a:buClr>
                <a:srgbClr val="C6D9F1"/>
              </a:buClr>
              <a:buSzPts val="1600"/>
              <a:buNone/>
            </a:pPr>
            <a:r>
              <a:rPr lang="en-ID" sz="1600">
                <a:solidFill>
                  <a:srgbClr val="C6D9F1"/>
                </a:solidFill>
              </a:rPr>
              <a:t>Program Studi Teknik Informatika</a:t>
            </a:r>
            <a:endParaRPr sz="1600">
              <a:solidFill>
                <a:srgbClr val="C6D9F1"/>
              </a:solidFill>
            </a:endParaRPr>
          </a:p>
          <a:p>
            <a:pPr indent="0" lvl="0" marL="0" rtl="0" algn="l">
              <a:spcBef>
                <a:spcPts val="320"/>
              </a:spcBef>
              <a:spcAft>
                <a:spcPts val="0"/>
              </a:spcAft>
              <a:buClr>
                <a:srgbClr val="C6D9F1"/>
              </a:buClr>
              <a:buSzPts val="1600"/>
              <a:buNone/>
            </a:pPr>
            <a:r>
              <a:rPr lang="en-ID" sz="1600">
                <a:solidFill>
                  <a:srgbClr val="C6D9F1"/>
                </a:solidFill>
              </a:rPr>
              <a:t>Fakultas Teknik – Universitas Surabaya</a:t>
            </a:r>
            <a:endParaRPr/>
          </a:p>
        </p:txBody>
      </p:sp>
      <p:sp>
        <p:nvSpPr>
          <p:cNvPr id="90" name="Google Shape;90;p1"/>
          <p:cNvSpPr txBox="1"/>
          <p:nvPr/>
        </p:nvSpPr>
        <p:spPr>
          <a:xfrm>
            <a:off x="685799" y="1166090"/>
            <a:ext cx="5721927" cy="461674"/>
          </a:xfrm>
          <a:prstGeom prst="rect">
            <a:avLst/>
          </a:prstGeom>
          <a:noFill/>
          <a:ln>
            <a:noFill/>
          </a:ln>
        </p:spPr>
        <p:txBody>
          <a:bodyPr anchorCtr="0" anchor="ctr" bIns="45700" lIns="91425" spcFirstLastPara="1" rIns="91425" wrap="square" tIns="45700">
            <a:normAutofit/>
          </a:bodyPr>
          <a:lstStyle/>
          <a:p>
            <a:pPr indent="0" lvl="0" marL="0" marR="0" rtl="0" algn="l">
              <a:spcBef>
                <a:spcPts val="0"/>
              </a:spcBef>
              <a:spcAft>
                <a:spcPts val="0"/>
              </a:spcAft>
              <a:buClr>
                <a:schemeClr val="lt1"/>
              </a:buClr>
              <a:buSzPts val="2000"/>
              <a:buFont typeface="Arial"/>
              <a:buNone/>
            </a:pPr>
            <a:r>
              <a:rPr b="0" i="0" lang="en-ID" sz="2000" u="none" cap="none" strike="noStrike">
                <a:solidFill>
                  <a:schemeClr val="lt1"/>
                </a:solidFill>
                <a:latin typeface="Arial"/>
                <a:ea typeface="Arial"/>
                <a:cs typeface="Arial"/>
                <a:sym typeface="Arial"/>
              </a:rPr>
              <a:t>Emerging Technology : Flutter</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94" name="Shape 94"/>
        <p:cNvGrpSpPr/>
        <p:nvPr/>
      </p:nvGrpSpPr>
      <p:grpSpPr>
        <a:xfrm>
          <a:off x="0" y="0"/>
          <a:ext cx="0" cy="0"/>
          <a:chOff x="0" y="0"/>
          <a:chExt cx="0" cy="0"/>
        </a:xfrm>
      </p:grpSpPr>
      <p:sp>
        <p:nvSpPr>
          <p:cNvPr id="95" name="Google Shape;95;p2"/>
          <p:cNvSpPr txBox="1"/>
          <p:nvPr>
            <p:ph type="title"/>
          </p:nvPr>
        </p:nvSpPr>
        <p:spPr>
          <a:xfrm>
            <a:off x="3567544" y="2180036"/>
            <a:ext cx="5424055" cy="752509"/>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rgbClr val="DAE5F1"/>
              </a:buClr>
              <a:buSzPts val="6000"/>
              <a:buFont typeface="Arial"/>
              <a:buNone/>
            </a:pPr>
            <a:r>
              <a:rPr lang="en-ID" sz="6000">
                <a:solidFill>
                  <a:srgbClr val="DAE5F1"/>
                </a:solidFill>
              </a:rPr>
              <a:t>SHARED PREFERENCE</a:t>
            </a:r>
            <a:endParaRPr b="1" sz="6000">
              <a:solidFill>
                <a:srgbClr val="DAE5F1"/>
              </a:solidFill>
            </a:endParaRPr>
          </a:p>
        </p:txBody>
      </p:sp>
      <p:sp>
        <p:nvSpPr>
          <p:cNvPr id="96" name="Google Shape;96;p2"/>
          <p:cNvSpPr txBox="1"/>
          <p:nvPr/>
        </p:nvSpPr>
        <p:spPr>
          <a:xfrm>
            <a:off x="1627907" y="2012758"/>
            <a:ext cx="1789545" cy="1391101"/>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Clr>
                <a:srgbClr val="538CD5"/>
              </a:buClr>
              <a:buSzPts val="8000"/>
              <a:buFont typeface="Arial"/>
              <a:buNone/>
            </a:pPr>
            <a:r>
              <a:rPr b="1" i="0" lang="en-ID" sz="8000" u="none" cap="none" strike="noStrike">
                <a:solidFill>
                  <a:srgbClr val="538CD5"/>
                </a:solidFill>
                <a:latin typeface="Arial"/>
                <a:ea typeface="Arial"/>
                <a:cs typeface="Arial"/>
                <a:sym typeface="Arial"/>
              </a:rPr>
              <a:t>01</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00" name="Shape 100"/>
        <p:cNvGrpSpPr/>
        <p:nvPr/>
      </p:nvGrpSpPr>
      <p:grpSpPr>
        <a:xfrm>
          <a:off x="0" y="0"/>
          <a:ext cx="0" cy="0"/>
          <a:chOff x="0" y="0"/>
          <a:chExt cx="0" cy="0"/>
        </a:xfrm>
      </p:grpSpPr>
      <p:sp>
        <p:nvSpPr>
          <p:cNvPr id="101" name="Google Shape;101;p3"/>
          <p:cNvSpPr txBox="1"/>
          <p:nvPr>
            <p:ph type="title"/>
          </p:nvPr>
        </p:nvSpPr>
        <p:spPr>
          <a:xfrm>
            <a:off x="0" y="0"/>
            <a:ext cx="8229600" cy="576943"/>
          </a:xfrm>
          <a:prstGeom prst="rect">
            <a:avLst/>
          </a:prstGeom>
          <a:noFill/>
          <a:ln>
            <a:noFill/>
          </a:ln>
        </p:spPr>
        <p:txBody>
          <a:bodyPr anchorCtr="0" anchor="ctr" bIns="45700" lIns="91425" spcFirstLastPara="1" rIns="91425" wrap="square" tIns="45700">
            <a:normAutofit fontScale="90000"/>
          </a:bodyPr>
          <a:lstStyle/>
          <a:p>
            <a:pPr indent="0" lvl="0" marL="0" rtl="0" algn="l">
              <a:spcBef>
                <a:spcPts val="0"/>
              </a:spcBef>
              <a:spcAft>
                <a:spcPts val="0"/>
              </a:spcAft>
              <a:buClr>
                <a:srgbClr val="000090"/>
              </a:buClr>
              <a:buSzPct val="100000"/>
              <a:buFont typeface="Arial"/>
              <a:buNone/>
            </a:pPr>
            <a:r>
              <a:rPr b="1" lang="en-ID" sz="3600">
                <a:solidFill>
                  <a:srgbClr val="000090"/>
                </a:solidFill>
              </a:rPr>
              <a:t>Storing Data</a:t>
            </a:r>
            <a:endParaRPr/>
          </a:p>
        </p:txBody>
      </p:sp>
      <p:cxnSp>
        <p:nvCxnSpPr>
          <p:cNvPr id="102" name="Google Shape;102;p3"/>
          <p:cNvCxnSpPr/>
          <p:nvPr/>
        </p:nvCxnSpPr>
        <p:spPr>
          <a:xfrm>
            <a:off x="0" y="576943"/>
            <a:ext cx="7336971" cy="1588"/>
          </a:xfrm>
          <a:prstGeom prst="straightConnector1">
            <a:avLst/>
          </a:prstGeom>
          <a:noFill/>
          <a:ln cap="flat" cmpd="sng" w="25400">
            <a:solidFill>
              <a:schemeClr val="accent1"/>
            </a:solidFill>
            <a:prstDash val="solid"/>
            <a:round/>
            <a:headEnd len="sm" w="sm" type="none"/>
            <a:tailEnd len="sm" w="sm" type="none"/>
          </a:ln>
          <a:effectLst>
            <a:outerShdw blurRad="40000" rotWithShape="0" dir="5400000" dist="20000">
              <a:srgbClr val="000000">
                <a:alpha val="37647"/>
              </a:srgbClr>
            </a:outerShdw>
          </a:effectLst>
        </p:spPr>
      </p:cxnSp>
      <p:sp>
        <p:nvSpPr>
          <p:cNvPr id="103" name="Google Shape;103;p3"/>
          <p:cNvSpPr txBox="1"/>
          <p:nvPr>
            <p:ph idx="1" type="body"/>
          </p:nvPr>
        </p:nvSpPr>
        <p:spPr>
          <a:xfrm>
            <a:off x="460375" y="817124"/>
            <a:ext cx="8151997" cy="3968632"/>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1600"/>
              <a:buNone/>
            </a:pPr>
            <a:r>
              <a:rPr lang="en-ID" sz="1600"/>
              <a:t>Sometimes, we need to store data, either </a:t>
            </a:r>
            <a:r>
              <a:rPr b="1" lang="en-ID" sz="1600"/>
              <a:t>locally (on user’s device) or remotely (e.g. on server)</a:t>
            </a:r>
            <a:endParaRPr b="1"/>
          </a:p>
          <a:p>
            <a:pPr indent="0" lvl="0" marL="0" rtl="0" algn="l">
              <a:spcBef>
                <a:spcPts val="320"/>
              </a:spcBef>
              <a:spcAft>
                <a:spcPts val="0"/>
              </a:spcAft>
              <a:buClr>
                <a:schemeClr val="dk1"/>
              </a:buClr>
              <a:buSzPts val="1600"/>
              <a:buNone/>
            </a:pPr>
            <a:r>
              <a:rPr lang="en-ID" sz="1600"/>
              <a:t>Simple data (some primitive variables) can be stored on user’s device using platform’s native data storage</a:t>
            </a:r>
            <a:endParaRPr/>
          </a:p>
          <a:p>
            <a:pPr indent="0" lvl="0" marL="0" rtl="0" algn="l">
              <a:spcBef>
                <a:spcPts val="320"/>
              </a:spcBef>
              <a:spcAft>
                <a:spcPts val="0"/>
              </a:spcAft>
              <a:buClr>
                <a:schemeClr val="dk1"/>
              </a:buClr>
              <a:buSzPts val="1600"/>
              <a:buNone/>
            </a:pPr>
            <a:r>
              <a:rPr lang="en-ID" sz="1600"/>
              <a:t>Medium data (1—3 tables) may be stored using small database like SQLite</a:t>
            </a:r>
            <a:endParaRPr/>
          </a:p>
          <a:p>
            <a:pPr indent="0" lvl="0" marL="0" rtl="0" algn="l">
              <a:spcBef>
                <a:spcPts val="320"/>
              </a:spcBef>
              <a:spcAft>
                <a:spcPts val="0"/>
              </a:spcAft>
              <a:buClr>
                <a:schemeClr val="dk1"/>
              </a:buClr>
              <a:buSzPts val="1600"/>
              <a:buNone/>
            </a:pPr>
            <a:r>
              <a:rPr lang="en-ID" sz="1600"/>
              <a:t>Complex data should be stored on databases</a:t>
            </a:r>
            <a:endParaRPr/>
          </a:p>
        </p:txBody>
      </p:sp>
      <p:sp>
        <p:nvSpPr>
          <p:cNvPr descr="Google's Flutter framework spreads its wings and goes multi-platform |  TechCrunch" id="104" name="Google Shape;104;p3"/>
          <p:cNvSpPr/>
          <p:nvPr/>
        </p:nvSpPr>
        <p:spPr>
          <a:xfrm>
            <a:off x="155575" y="-144463"/>
            <a:ext cx="304800" cy="304801"/>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08" name="Shape 108"/>
        <p:cNvGrpSpPr/>
        <p:nvPr/>
      </p:nvGrpSpPr>
      <p:grpSpPr>
        <a:xfrm>
          <a:off x="0" y="0"/>
          <a:ext cx="0" cy="0"/>
          <a:chOff x="0" y="0"/>
          <a:chExt cx="0" cy="0"/>
        </a:xfrm>
      </p:grpSpPr>
      <p:sp>
        <p:nvSpPr>
          <p:cNvPr id="109" name="Google Shape;109;p4"/>
          <p:cNvSpPr txBox="1"/>
          <p:nvPr>
            <p:ph type="title"/>
          </p:nvPr>
        </p:nvSpPr>
        <p:spPr>
          <a:xfrm>
            <a:off x="0" y="0"/>
            <a:ext cx="8229600" cy="576943"/>
          </a:xfrm>
          <a:prstGeom prst="rect">
            <a:avLst/>
          </a:prstGeom>
          <a:noFill/>
          <a:ln>
            <a:noFill/>
          </a:ln>
        </p:spPr>
        <p:txBody>
          <a:bodyPr anchorCtr="0" anchor="ctr" bIns="45700" lIns="91425" spcFirstLastPara="1" rIns="91425" wrap="square" tIns="45700">
            <a:normAutofit fontScale="90000"/>
          </a:bodyPr>
          <a:lstStyle/>
          <a:p>
            <a:pPr indent="0" lvl="0" marL="0" rtl="0" algn="l">
              <a:spcBef>
                <a:spcPts val="0"/>
              </a:spcBef>
              <a:spcAft>
                <a:spcPts val="0"/>
              </a:spcAft>
              <a:buClr>
                <a:srgbClr val="000090"/>
              </a:buClr>
              <a:buSzPct val="100000"/>
              <a:buFont typeface="Arial"/>
              <a:buNone/>
            </a:pPr>
            <a:r>
              <a:rPr b="1" lang="en-ID" sz="3600">
                <a:solidFill>
                  <a:srgbClr val="000090"/>
                </a:solidFill>
              </a:rPr>
              <a:t>Simple Data Storage</a:t>
            </a:r>
            <a:endParaRPr/>
          </a:p>
        </p:txBody>
      </p:sp>
      <p:cxnSp>
        <p:nvCxnSpPr>
          <p:cNvPr id="110" name="Google Shape;110;p4"/>
          <p:cNvCxnSpPr/>
          <p:nvPr/>
        </p:nvCxnSpPr>
        <p:spPr>
          <a:xfrm>
            <a:off x="0" y="576943"/>
            <a:ext cx="7336971" cy="1588"/>
          </a:xfrm>
          <a:prstGeom prst="straightConnector1">
            <a:avLst/>
          </a:prstGeom>
          <a:noFill/>
          <a:ln cap="flat" cmpd="sng" w="25400">
            <a:solidFill>
              <a:schemeClr val="accent1"/>
            </a:solidFill>
            <a:prstDash val="solid"/>
            <a:round/>
            <a:headEnd len="sm" w="sm" type="none"/>
            <a:tailEnd len="sm" w="sm" type="none"/>
          </a:ln>
          <a:effectLst>
            <a:outerShdw blurRad="40000" rotWithShape="0" dir="5400000" dist="20000">
              <a:srgbClr val="000000">
                <a:alpha val="37647"/>
              </a:srgbClr>
            </a:outerShdw>
          </a:effectLst>
        </p:spPr>
      </p:cxnSp>
      <p:sp>
        <p:nvSpPr>
          <p:cNvPr id="111" name="Google Shape;111;p4"/>
          <p:cNvSpPr txBox="1"/>
          <p:nvPr>
            <p:ph idx="1" type="body"/>
          </p:nvPr>
        </p:nvSpPr>
        <p:spPr>
          <a:xfrm>
            <a:off x="460375" y="817124"/>
            <a:ext cx="8151997" cy="3968632"/>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1600"/>
              <a:buNone/>
            </a:pPr>
            <a:r>
              <a:rPr lang="en-ID" sz="1600"/>
              <a:t>For simple data, you can store it on user’s device. However, native data storage on Android differs from iOS:</a:t>
            </a:r>
            <a:endParaRPr/>
          </a:p>
          <a:p>
            <a:pPr indent="0" lvl="0" marL="0" rtl="0" algn="l">
              <a:spcBef>
                <a:spcPts val="320"/>
              </a:spcBef>
              <a:spcAft>
                <a:spcPts val="0"/>
              </a:spcAft>
              <a:buClr>
                <a:schemeClr val="dk1"/>
              </a:buClr>
              <a:buSzPts val="1600"/>
              <a:buNone/>
            </a:pPr>
            <a:r>
              <a:rPr lang="en-ID" sz="1600"/>
              <a:t>On Android, we use </a:t>
            </a:r>
            <a:r>
              <a:rPr b="1" lang="en-ID" sz="1600"/>
              <a:t>Shared Preferences</a:t>
            </a:r>
            <a:endParaRPr/>
          </a:p>
          <a:p>
            <a:pPr indent="0" lvl="0" marL="0" rtl="0" algn="l">
              <a:spcBef>
                <a:spcPts val="320"/>
              </a:spcBef>
              <a:spcAft>
                <a:spcPts val="0"/>
              </a:spcAft>
              <a:buClr>
                <a:schemeClr val="dk1"/>
              </a:buClr>
              <a:buSzPts val="1600"/>
              <a:buNone/>
            </a:pPr>
            <a:r>
              <a:rPr lang="en-ID" sz="1600"/>
              <a:t>On iOS, we use </a:t>
            </a:r>
            <a:r>
              <a:rPr b="1" lang="en-ID" sz="1600"/>
              <a:t>NSUserDefaults</a:t>
            </a:r>
            <a:endParaRPr b="1" sz="1600"/>
          </a:p>
          <a:p>
            <a:pPr indent="0" lvl="0" marL="0" rtl="0" algn="l">
              <a:spcBef>
                <a:spcPts val="320"/>
              </a:spcBef>
              <a:spcAft>
                <a:spcPts val="0"/>
              </a:spcAft>
              <a:buClr>
                <a:schemeClr val="dk1"/>
              </a:buClr>
              <a:buSzPts val="1600"/>
              <a:buNone/>
            </a:pPr>
            <a:r>
              <a:rPr lang="en-ID" sz="1600"/>
              <a:t>How to handle these on Flutter?</a:t>
            </a:r>
            <a:endParaRPr/>
          </a:p>
        </p:txBody>
      </p:sp>
      <p:sp>
        <p:nvSpPr>
          <p:cNvPr descr="Google's Flutter framework spreads its wings and goes multi-platform |  TechCrunch" id="112" name="Google Shape;112;p4"/>
          <p:cNvSpPr/>
          <p:nvPr/>
        </p:nvSpPr>
        <p:spPr>
          <a:xfrm>
            <a:off x="155575" y="-144463"/>
            <a:ext cx="304800" cy="304801"/>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16" name="Shape 116"/>
        <p:cNvGrpSpPr/>
        <p:nvPr/>
      </p:nvGrpSpPr>
      <p:grpSpPr>
        <a:xfrm>
          <a:off x="0" y="0"/>
          <a:ext cx="0" cy="0"/>
          <a:chOff x="0" y="0"/>
          <a:chExt cx="0" cy="0"/>
        </a:xfrm>
      </p:grpSpPr>
      <p:sp>
        <p:nvSpPr>
          <p:cNvPr id="117" name="Google Shape;117;p5"/>
          <p:cNvSpPr txBox="1"/>
          <p:nvPr>
            <p:ph type="title"/>
          </p:nvPr>
        </p:nvSpPr>
        <p:spPr>
          <a:xfrm>
            <a:off x="0" y="0"/>
            <a:ext cx="8229600" cy="576943"/>
          </a:xfrm>
          <a:prstGeom prst="rect">
            <a:avLst/>
          </a:prstGeom>
          <a:noFill/>
          <a:ln>
            <a:noFill/>
          </a:ln>
        </p:spPr>
        <p:txBody>
          <a:bodyPr anchorCtr="0" anchor="ctr" bIns="45700" lIns="91425" spcFirstLastPara="1" rIns="91425" wrap="square" tIns="45700">
            <a:normAutofit fontScale="90000"/>
          </a:bodyPr>
          <a:lstStyle/>
          <a:p>
            <a:pPr indent="0" lvl="0" marL="0" rtl="0" algn="l">
              <a:spcBef>
                <a:spcPts val="0"/>
              </a:spcBef>
              <a:spcAft>
                <a:spcPts val="0"/>
              </a:spcAft>
              <a:buClr>
                <a:srgbClr val="000090"/>
              </a:buClr>
              <a:buSzPct val="100000"/>
              <a:buFont typeface="Arial"/>
              <a:buNone/>
            </a:pPr>
            <a:r>
              <a:rPr b="1" lang="en-ID" sz="3600">
                <a:solidFill>
                  <a:srgbClr val="000090"/>
                </a:solidFill>
              </a:rPr>
              <a:t>Shared Preferences Plugin</a:t>
            </a:r>
            <a:endParaRPr/>
          </a:p>
        </p:txBody>
      </p:sp>
      <p:cxnSp>
        <p:nvCxnSpPr>
          <p:cNvPr id="118" name="Google Shape;118;p5"/>
          <p:cNvCxnSpPr/>
          <p:nvPr/>
        </p:nvCxnSpPr>
        <p:spPr>
          <a:xfrm>
            <a:off x="0" y="576943"/>
            <a:ext cx="7336971" cy="1588"/>
          </a:xfrm>
          <a:prstGeom prst="straightConnector1">
            <a:avLst/>
          </a:prstGeom>
          <a:noFill/>
          <a:ln cap="flat" cmpd="sng" w="25400">
            <a:solidFill>
              <a:schemeClr val="accent1"/>
            </a:solidFill>
            <a:prstDash val="solid"/>
            <a:round/>
            <a:headEnd len="sm" w="sm" type="none"/>
            <a:tailEnd len="sm" w="sm" type="none"/>
          </a:ln>
          <a:effectLst>
            <a:outerShdw blurRad="40000" rotWithShape="0" dir="5400000" dist="20000">
              <a:srgbClr val="000000">
                <a:alpha val="37647"/>
              </a:srgbClr>
            </a:outerShdw>
          </a:effectLst>
        </p:spPr>
      </p:cxnSp>
      <p:sp>
        <p:nvSpPr>
          <p:cNvPr id="119" name="Google Shape;119;p5"/>
          <p:cNvSpPr txBox="1"/>
          <p:nvPr>
            <p:ph idx="1" type="body"/>
          </p:nvPr>
        </p:nvSpPr>
        <p:spPr>
          <a:xfrm>
            <a:off x="460375" y="817124"/>
            <a:ext cx="8151997" cy="3968632"/>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1600"/>
              <a:buNone/>
            </a:pPr>
            <a:r>
              <a:rPr lang="en-ID" sz="1600"/>
              <a:t>The beauty of Flutter: there are plugins available from pub.dev</a:t>
            </a:r>
            <a:endParaRPr sz="1600"/>
          </a:p>
          <a:p>
            <a:pPr indent="0" lvl="0" marL="0" rtl="0" algn="l">
              <a:spcBef>
                <a:spcPts val="320"/>
              </a:spcBef>
              <a:spcAft>
                <a:spcPts val="0"/>
              </a:spcAft>
              <a:buClr>
                <a:schemeClr val="dk1"/>
              </a:buClr>
              <a:buSzPts val="1600"/>
              <a:buNone/>
            </a:pPr>
            <a:r>
              <a:rPr lang="en-ID" sz="1600"/>
              <a:t>One plugin is </a:t>
            </a:r>
            <a:r>
              <a:rPr lang="en-ID" sz="1600" u="sng">
                <a:solidFill>
                  <a:schemeClr val="hlink"/>
                </a:solidFill>
                <a:hlinkClick r:id="rId4"/>
              </a:rPr>
              <a:t>shared_preferences</a:t>
            </a:r>
            <a:r>
              <a:rPr lang="en-ID" sz="1600"/>
              <a:t> plugin, to alleviate native data storage by wrapping </a:t>
            </a:r>
            <a:r>
              <a:rPr i="1" lang="en-ID" sz="1600"/>
              <a:t>NSUserDefaults</a:t>
            </a:r>
            <a:r>
              <a:rPr lang="en-ID" sz="1600"/>
              <a:t> on iOS and </a:t>
            </a:r>
            <a:r>
              <a:rPr i="1" lang="en-ID" sz="1600"/>
              <a:t>SharedPreferences</a:t>
            </a:r>
            <a:r>
              <a:rPr lang="en-ID" sz="1600"/>
              <a:t> on Android into a package, providing a persistent store for simple data.</a:t>
            </a:r>
            <a:endParaRPr/>
          </a:p>
          <a:p>
            <a:pPr indent="0" lvl="0" marL="0" rtl="0" algn="l">
              <a:spcBef>
                <a:spcPts val="320"/>
              </a:spcBef>
              <a:spcAft>
                <a:spcPts val="0"/>
              </a:spcAft>
              <a:buClr>
                <a:schemeClr val="dk1"/>
              </a:buClr>
              <a:buSzPts val="1600"/>
              <a:buNone/>
            </a:pPr>
            <a:r>
              <a:rPr lang="en-ID" sz="1600"/>
              <a:t>Supported data types: int, double, bool, String, List&lt;String&gt;</a:t>
            </a:r>
            <a:endParaRPr/>
          </a:p>
          <a:p>
            <a:pPr indent="0" lvl="0" marL="0" rtl="0" algn="l">
              <a:spcBef>
                <a:spcPts val="320"/>
              </a:spcBef>
              <a:spcAft>
                <a:spcPts val="0"/>
              </a:spcAft>
              <a:buClr>
                <a:schemeClr val="dk1"/>
              </a:buClr>
              <a:buSzPts val="1600"/>
              <a:buNone/>
            </a:pPr>
            <a:r>
              <a:rPr lang="en-ID" sz="1600"/>
              <a:t>We will use this plugin to store simple data by following steps:</a:t>
            </a:r>
            <a:endParaRPr/>
          </a:p>
          <a:p>
            <a:pPr indent="-342900" lvl="0" marL="342900" rtl="0" algn="l">
              <a:spcBef>
                <a:spcPts val="320"/>
              </a:spcBef>
              <a:spcAft>
                <a:spcPts val="0"/>
              </a:spcAft>
              <a:buClr>
                <a:schemeClr val="dk1"/>
              </a:buClr>
              <a:buSzPts val="1600"/>
              <a:buChar char="•"/>
            </a:pPr>
            <a:r>
              <a:rPr lang="en-ID" sz="1600"/>
              <a:t>Add the dependency</a:t>
            </a:r>
            <a:endParaRPr/>
          </a:p>
          <a:p>
            <a:pPr indent="-342900" lvl="0" marL="342900" rtl="0" algn="l">
              <a:spcBef>
                <a:spcPts val="320"/>
              </a:spcBef>
              <a:spcAft>
                <a:spcPts val="0"/>
              </a:spcAft>
              <a:buClr>
                <a:schemeClr val="dk1"/>
              </a:buClr>
              <a:buSzPts val="1600"/>
              <a:buChar char="•"/>
            </a:pPr>
            <a:r>
              <a:rPr lang="en-ID" sz="1600"/>
              <a:t>Save data</a:t>
            </a:r>
            <a:endParaRPr/>
          </a:p>
          <a:p>
            <a:pPr indent="-342900" lvl="0" marL="342900" rtl="0" algn="l">
              <a:spcBef>
                <a:spcPts val="320"/>
              </a:spcBef>
              <a:spcAft>
                <a:spcPts val="0"/>
              </a:spcAft>
              <a:buClr>
                <a:schemeClr val="dk1"/>
              </a:buClr>
              <a:buSzPts val="1600"/>
              <a:buChar char="•"/>
            </a:pPr>
            <a:r>
              <a:rPr lang="en-ID" sz="1600"/>
              <a:t>Read data</a:t>
            </a:r>
            <a:endParaRPr/>
          </a:p>
          <a:p>
            <a:pPr indent="-342900" lvl="0" marL="342900" rtl="0" algn="l">
              <a:spcBef>
                <a:spcPts val="320"/>
              </a:spcBef>
              <a:spcAft>
                <a:spcPts val="0"/>
              </a:spcAft>
              <a:buClr>
                <a:schemeClr val="dk1"/>
              </a:buClr>
              <a:buSzPts val="1600"/>
              <a:buChar char="•"/>
            </a:pPr>
            <a:r>
              <a:rPr lang="en-ID" sz="1600"/>
              <a:t>Remove data</a:t>
            </a:r>
            <a:endParaRPr/>
          </a:p>
          <a:p>
            <a:pPr indent="0" lvl="0" marL="0" rtl="0" algn="l">
              <a:spcBef>
                <a:spcPts val="480"/>
              </a:spcBef>
              <a:spcAft>
                <a:spcPts val="0"/>
              </a:spcAft>
              <a:buClr>
                <a:schemeClr val="dk1"/>
              </a:buClr>
              <a:buSzPts val="2400"/>
              <a:buNone/>
            </a:pPr>
            <a:br>
              <a:rPr lang="en-ID" sz="2400"/>
            </a:br>
            <a:endParaRPr sz="2400">
              <a:solidFill>
                <a:srgbClr val="0070C0"/>
              </a:solidFill>
            </a:endParaRPr>
          </a:p>
        </p:txBody>
      </p:sp>
      <p:sp>
        <p:nvSpPr>
          <p:cNvPr descr="Google's Flutter framework spreads its wings and goes multi-platform |  TechCrunch" id="120" name="Google Shape;120;p5"/>
          <p:cNvSpPr/>
          <p:nvPr/>
        </p:nvSpPr>
        <p:spPr>
          <a:xfrm>
            <a:off x="155575" y="-144463"/>
            <a:ext cx="304800" cy="304801"/>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24" name="Shape 124"/>
        <p:cNvGrpSpPr/>
        <p:nvPr/>
      </p:nvGrpSpPr>
      <p:grpSpPr>
        <a:xfrm>
          <a:off x="0" y="0"/>
          <a:ext cx="0" cy="0"/>
          <a:chOff x="0" y="0"/>
          <a:chExt cx="0" cy="0"/>
        </a:xfrm>
      </p:grpSpPr>
      <p:sp>
        <p:nvSpPr>
          <p:cNvPr id="125" name="Google Shape;125;p6"/>
          <p:cNvSpPr txBox="1"/>
          <p:nvPr>
            <p:ph type="title"/>
          </p:nvPr>
        </p:nvSpPr>
        <p:spPr>
          <a:xfrm>
            <a:off x="0" y="0"/>
            <a:ext cx="8229600" cy="576943"/>
          </a:xfrm>
          <a:prstGeom prst="rect">
            <a:avLst/>
          </a:prstGeom>
          <a:noFill/>
          <a:ln>
            <a:noFill/>
          </a:ln>
        </p:spPr>
        <p:txBody>
          <a:bodyPr anchorCtr="0" anchor="ctr" bIns="45700" lIns="91425" spcFirstLastPara="1" rIns="91425" wrap="square" tIns="45700">
            <a:normAutofit fontScale="90000"/>
          </a:bodyPr>
          <a:lstStyle/>
          <a:p>
            <a:pPr indent="0" lvl="0" marL="0" rtl="0" algn="l">
              <a:spcBef>
                <a:spcPts val="0"/>
              </a:spcBef>
              <a:spcAft>
                <a:spcPts val="0"/>
              </a:spcAft>
              <a:buClr>
                <a:srgbClr val="000090"/>
              </a:buClr>
              <a:buSzPct val="100000"/>
              <a:buFont typeface="Arial"/>
              <a:buNone/>
            </a:pPr>
            <a:r>
              <a:rPr b="1" lang="en-ID" sz="3600">
                <a:solidFill>
                  <a:srgbClr val="000090"/>
                </a:solidFill>
              </a:rPr>
              <a:t>Installation and usage</a:t>
            </a:r>
            <a:endParaRPr/>
          </a:p>
        </p:txBody>
      </p:sp>
      <p:cxnSp>
        <p:nvCxnSpPr>
          <p:cNvPr id="126" name="Google Shape;126;p6"/>
          <p:cNvCxnSpPr/>
          <p:nvPr/>
        </p:nvCxnSpPr>
        <p:spPr>
          <a:xfrm>
            <a:off x="0" y="576943"/>
            <a:ext cx="7336971" cy="1588"/>
          </a:xfrm>
          <a:prstGeom prst="straightConnector1">
            <a:avLst/>
          </a:prstGeom>
          <a:noFill/>
          <a:ln cap="flat" cmpd="sng" w="25400">
            <a:solidFill>
              <a:schemeClr val="accent1"/>
            </a:solidFill>
            <a:prstDash val="solid"/>
            <a:round/>
            <a:headEnd len="sm" w="sm" type="none"/>
            <a:tailEnd len="sm" w="sm" type="none"/>
          </a:ln>
          <a:effectLst>
            <a:outerShdw blurRad="40000" rotWithShape="0" dir="5400000" dist="20000">
              <a:srgbClr val="000000">
                <a:alpha val="37647"/>
              </a:srgbClr>
            </a:outerShdw>
          </a:effectLst>
        </p:spPr>
      </p:cxnSp>
      <p:sp>
        <p:nvSpPr>
          <p:cNvPr id="127" name="Google Shape;127;p6"/>
          <p:cNvSpPr txBox="1"/>
          <p:nvPr>
            <p:ph idx="1" type="body"/>
          </p:nvPr>
        </p:nvSpPr>
        <p:spPr>
          <a:xfrm>
            <a:off x="460375" y="817124"/>
            <a:ext cx="8151997" cy="3968632"/>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1600"/>
              <a:buNone/>
            </a:pPr>
            <a:r>
              <a:rPr lang="en-ID" sz="1600"/>
              <a:t>Add the dependency in pubspec.yaml</a:t>
            </a:r>
            <a:endParaRPr sz="1600"/>
          </a:p>
          <a:p>
            <a:pPr indent="0" lvl="0" marL="0" rtl="0" algn="l">
              <a:spcBef>
                <a:spcPts val="360"/>
              </a:spcBef>
              <a:spcAft>
                <a:spcPts val="0"/>
              </a:spcAft>
              <a:buClr>
                <a:srgbClr val="FF0000"/>
              </a:buClr>
              <a:buSzPts val="1800"/>
              <a:buNone/>
            </a:pPr>
            <a:r>
              <a:rPr lang="en-ID" sz="1800">
                <a:solidFill>
                  <a:srgbClr val="FF0000"/>
                </a:solidFill>
                <a:latin typeface="Consolas"/>
                <a:ea typeface="Consolas"/>
                <a:cs typeface="Consolas"/>
                <a:sym typeface="Consolas"/>
              </a:rPr>
              <a:t>shared_preferences: ^2.5.3</a:t>
            </a:r>
            <a:endParaRPr/>
          </a:p>
          <a:p>
            <a:pPr indent="0" lvl="0" marL="0" rtl="0" algn="l">
              <a:spcBef>
                <a:spcPts val="320"/>
              </a:spcBef>
              <a:spcAft>
                <a:spcPts val="0"/>
              </a:spcAft>
              <a:buClr>
                <a:schemeClr val="dk1"/>
              </a:buClr>
              <a:buSzPts val="1600"/>
              <a:buNone/>
            </a:pPr>
            <a:r>
              <a:t/>
            </a:r>
            <a:endParaRPr sz="1600"/>
          </a:p>
          <a:p>
            <a:pPr indent="0" lvl="0" marL="0" rtl="0" algn="l">
              <a:spcBef>
                <a:spcPts val="320"/>
              </a:spcBef>
              <a:spcAft>
                <a:spcPts val="0"/>
              </a:spcAft>
              <a:buClr>
                <a:schemeClr val="dk1"/>
              </a:buClr>
              <a:buSzPts val="1600"/>
              <a:buNone/>
            </a:pPr>
            <a:r>
              <a:rPr b="1" lang="en-ID" sz="1600"/>
              <a:t>Storing Data:</a:t>
            </a:r>
            <a:endParaRPr/>
          </a:p>
          <a:p>
            <a:pPr indent="0" lvl="0" marL="0" rtl="0" algn="l">
              <a:spcBef>
                <a:spcPts val="320"/>
              </a:spcBef>
              <a:spcAft>
                <a:spcPts val="0"/>
              </a:spcAft>
              <a:buClr>
                <a:schemeClr val="dk1"/>
              </a:buClr>
              <a:buSzPts val="1600"/>
              <a:buNone/>
            </a:pPr>
            <a:r>
              <a:rPr lang="en-ID" sz="1600"/>
              <a:t>For storing data, we can use functions related with its data type:</a:t>
            </a:r>
            <a:endParaRPr/>
          </a:p>
          <a:p>
            <a:pPr indent="0" lvl="0" marL="0" rtl="0" algn="l">
              <a:spcBef>
                <a:spcPts val="320"/>
              </a:spcBef>
              <a:spcAft>
                <a:spcPts val="0"/>
              </a:spcAft>
              <a:buClr>
                <a:schemeClr val="dk1"/>
              </a:buClr>
              <a:buSzPts val="1600"/>
              <a:buNone/>
            </a:pPr>
            <a:r>
              <a:rPr lang="en-ID" sz="1600">
                <a:latin typeface="Consolas"/>
                <a:ea typeface="Consolas"/>
                <a:cs typeface="Consolas"/>
                <a:sym typeface="Consolas"/>
              </a:rPr>
              <a:t>setInt, setDouble, setString, setBool</a:t>
            </a:r>
            <a:endParaRPr sz="1600">
              <a:latin typeface="Consolas"/>
              <a:ea typeface="Consolas"/>
              <a:cs typeface="Consolas"/>
              <a:sym typeface="Consolas"/>
            </a:endParaRPr>
          </a:p>
          <a:p>
            <a:pPr indent="0" lvl="0" marL="0" rtl="0" algn="l">
              <a:spcBef>
                <a:spcPts val="360"/>
              </a:spcBef>
              <a:spcAft>
                <a:spcPts val="0"/>
              </a:spcAft>
              <a:buClr>
                <a:schemeClr val="dk1"/>
              </a:buClr>
              <a:buSzPts val="1800"/>
              <a:buNone/>
            </a:pPr>
            <a:r>
              <a:t/>
            </a:r>
            <a:endParaRPr sz="1800">
              <a:latin typeface="Consolas"/>
              <a:ea typeface="Consolas"/>
              <a:cs typeface="Consolas"/>
              <a:sym typeface="Consolas"/>
            </a:endParaRPr>
          </a:p>
          <a:p>
            <a:pPr indent="0" lvl="0" marL="0" rtl="0" algn="l">
              <a:spcBef>
                <a:spcPts val="360"/>
              </a:spcBef>
              <a:spcAft>
                <a:spcPts val="0"/>
              </a:spcAft>
              <a:buClr>
                <a:schemeClr val="dk1"/>
              </a:buClr>
              <a:buSzPts val="1800"/>
              <a:buNone/>
            </a:pPr>
            <a:r>
              <a:rPr lang="en-ID" sz="1800">
                <a:latin typeface="Consolas"/>
                <a:ea typeface="Consolas"/>
                <a:cs typeface="Consolas"/>
                <a:sym typeface="Consolas"/>
              </a:rPr>
              <a:t>// obtain shared preferences </a:t>
            </a:r>
            <a:endParaRPr sz="1800">
              <a:solidFill>
                <a:srgbClr val="FF0000"/>
              </a:solidFill>
              <a:latin typeface="Consolas"/>
              <a:ea typeface="Consolas"/>
              <a:cs typeface="Consolas"/>
              <a:sym typeface="Consolas"/>
            </a:endParaRPr>
          </a:p>
          <a:p>
            <a:pPr indent="0" lvl="0" marL="0" rtl="0" algn="l">
              <a:spcBef>
                <a:spcPts val="360"/>
              </a:spcBef>
              <a:spcAft>
                <a:spcPts val="0"/>
              </a:spcAft>
              <a:buClr>
                <a:srgbClr val="FF0000"/>
              </a:buClr>
              <a:buSzPts val="1800"/>
              <a:buNone/>
            </a:pPr>
            <a:r>
              <a:rPr lang="en-ID" sz="1800">
                <a:solidFill>
                  <a:srgbClr val="FF0000"/>
                </a:solidFill>
                <a:latin typeface="Consolas"/>
                <a:ea typeface="Consolas"/>
                <a:cs typeface="Consolas"/>
                <a:sym typeface="Consolas"/>
              </a:rPr>
              <a:t>final prefs = await SharedPreferences.getInstance(); </a:t>
            </a:r>
            <a:endParaRPr/>
          </a:p>
          <a:p>
            <a:pPr indent="0" lvl="0" marL="0" rtl="0" algn="l">
              <a:spcBef>
                <a:spcPts val="360"/>
              </a:spcBef>
              <a:spcAft>
                <a:spcPts val="0"/>
              </a:spcAft>
              <a:buClr>
                <a:schemeClr val="dk1"/>
              </a:buClr>
              <a:buSzPts val="1800"/>
              <a:buNone/>
            </a:pPr>
            <a:r>
              <a:rPr lang="en-ID" sz="1800">
                <a:latin typeface="Consolas"/>
                <a:ea typeface="Consolas"/>
                <a:cs typeface="Consolas"/>
                <a:sym typeface="Consolas"/>
              </a:rPr>
              <a:t>// set value </a:t>
            </a:r>
            <a:endParaRPr/>
          </a:p>
          <a:p>
            <a:pPr indent="0" lvl="0" marL="0" rtl="0" algn="l">
              <a:spcBef>
                <a:spcPts val="480"/>
              </a:spcBef>
              <a:spcAft>
                <a:spcPts val="0"/>
              </a:spcAft>
              <a:buClr>
                <a:srgbClr val="FF0000"/>
              </a:buClr>
              <a:buSzPts val="1800"/>
              <a:buNone/>
            </a:pPr>
            <a:r>
              <a:rPr lang="en-ID" sz="1800">
                <a:solidFill>
                  <a:srgbClr val="FF0000"/>
                </a:solidFill>
                <a:latin typeface="Consolas"/>
                <a:ea typeface="Consolas"/>
                <a:cs typeface="Consolas"/>
                <a:sym typeface="Consolas"/>
              </a:rPr>
              <a:t>prefs.setInt('counter', counter);</a:t>
            </a:r>
            <a:br>
              <a:rPr lang="en-ID" sz="2400">
                <a:latin typeface="Consolas"/>
                <a:ea typeface="Consolas"/>
                <a:cs typeface="Consolas"/>
                <a:sym typeface="Consolas"/>
              </a:rPr>
            </a:br>
            <a:endParaRPr sz="2400">
              <a:solidFill>
                <a:srgbClr val="0070C0"/>
              </a:solidFill>
              <a:latin typeface="Consolas"/>
              <a:ea typeface="Consolas"/>
              <a:cs typeface="Consolas"/>
              <a:sym typeface="Consolas"/>
            </a:endParaRPr>
          </a:p>
        </p:txBody>
      </p:sp>
      <p:sp>
        <p:nvSpPr>
          <p:cNvPr descr="Google's Flutter framework spreads its wings and goes multi-platform |  TechCrunch" id="128" name="Google Shape;128;p6"/>
          <p:cNvSpPr/>
          <p:nvPr/>
        </p:nvSpPr>
        <p:spPr>
          <a:xfrm>
            <a:off x="155575" y="-144463"/>
            <a:ext cx="304800" cy="304801"/>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32" name="Shape 132"/>
        <p:cNvGrpSpPr/>
        <p:nvPr/>
      </p:nvGrpSpPr>
      <p:grpSpPr>
        <a:xfrm>
          <a:off x="0" y="0"/>
          <a:ext cx="0" cy="0"/>
          <a:chOff x="0" y="0"/>
          <a:chExt cx="0" cy="0"/>
        </a:xfrm>
      </p:grpSpPr>
      <p:sp>
        <p:nvSpPr>
          <p:cNvPr id="133" name="Google Shape;133;p7"/>
          <p:cNvSpPr txBox="1"/>
          <p:nvPr>
            <p:ph type="title"/>
          </p:nvPr>
        </p:nvSpPr>
        <p:spPr>
          <a:xfrm>
            <a:off x="0" y="0"/>
            <a:ext cx="8229600" cy="576943"/>
          </a:xfrm>
          <a:prstGeom prst="rect">
            <a:avLst/>
          </a:prstGeom>
          <a:noFill/>
          <a:ln>
            <a:noFill/>
          </a:ln>
        </p:spPr>
        <p:txBody>
          <a:bodyPr anchorCtr="0" anchor="ctr" bIns="45700" lIns="91425" spcFirstLastPara="1" rIns="91425" wrap="square" tIns="45700">
            <a:normAutofit fontScale="90000"/>
          </a:bodyPr>
          <a:lstStyle/>
          <a:p>
            <a:pPr indent="0" lvl="0" marL="0" rtl="0" algn="l">
              <a:spcBef>
                <a:spcPts val="0"/>
              </a:spcBef>
              <a:spcAft>
                <a:spcPts val="0"/>
              </a:spcAft>
              <a:buClr>
                <a:srgbClr val="000090"/>
              </a:buClr>
              <a:buSzPct val="100000"/>
              <a:buFont typeface="Arial"/>
              <a:buNone/>
            </a:pPr>
            <a:r>
              <a:rPr b="1" lang="en-ID" sz="3600">
                <a:solidFill>
                  <a:srgbClr val="000090"/>
                </a:solidFill>
              </a:rPr>
              <a:t>Installation and usage (2)</a:t>
            </a:r>
            <a:endParaRPr/>
          </a:p>
        </p:txBody>
      </p:sp>
      <p:cxnSp>
        <p:nvCxnSpPr>
          <p:cNvPr id="134" name="Google Shape;134;p7"/>
          <p:cNvCxnSpPr/>
          <p:nvPr/>
        </p:nvCxnSpPr>
        <p:spPr>
          <a:xfrm>
            <a:off x="0" y="576943"/>
            <a:ext cx="7336971" cy="1588"/>
          </a:xfrm>
          <a:prstGeom prst="straightConnector1">
            <a:avLst/>
          </a:prstGeom>
          <a:noFill/>
          <a:ln cap="flat" cmpd="sng" w="25400">
            <a:solidFill>
              <a:schemeClr val="accent1"/>
            </a:solidFill>
            <a:prstDash val="solid"/>
            <a:round/>
            <a:headEnd len="sm" w="sm" type="none"/>
            <a:tailEnd len="sm" w="sm" type="none"/>
          </a:ln>
          <a:effectLst>
            <a:outerShdw blurRad="40000" rotWithShape="0" dir="5400000" dist="20000">
              <a:srgbClr val="000000">
                <a:alpha val="37647"/>
              </a:srgbClr>
            </a:outerShdw>
          </a:effectLst>
        </p:spPr>
      </p:cxnSp>
      <p:sp>
        <p:nvSpPr>
          <p:cNvPr id="135" name="Google Shape;135;p7"/>
          <p:cNvSpPr txBox="1"/>
          <p:nvPr>
            <p:ph idx="1" type="body"/>
          </p:nvPr>
        </p:nvSpPr>
        <p:spPr>
          <a:xfrm>
            <a:off x="460375" y="817124"/>
            <a:ext cx="8151997" cy="3968632"/>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1600"/>
              <a:buNone/>
            </a:pPr>
            <a:r>
              <a:rPr b="1" lang="en-ID" sz="1600"/>
              <a:t>Read Data</a:t>
            </a:r>
            <a:endParaRPr/>
          </a:p>
          <a:p>
            <a:pPr indent="0" lvl="0" marL="0" rtl="0" algn="l">
              <a:spcBef>
                <a:spcPts val="320"/>
              </a:spcBef>
              <a:spcAft>
                <a:spcPts val="0"/>
              </a:spcAft>
              <a:buClr>
                <a:schemeClr val="dk1"/>
              </a:buClr>
              <a:buSzPts val="1600"/>
              <a:buNone/>
            </a:pPr>
            <a:r>
              <a:rPr lang="en-ID" sz="1600"/>
              <a:t>For reading data, we use also functions related with its data type:</a:t>
            </a:r>
            <a:endParaRPr/>
          </a:p>
          <a:p>
            <a:pPr indent="0" lvl="0" marL="0" rtl="0" algn="l">
              <a:spcBef>
                <a:spcPts val="320"/>
              </a:spcBef>
              <a:spcAft>
                <a:spcPts val="0"/>
              </a:spcAft>
              <a:buClr>
                <a:schemeClr val="dk1"/>
              </a:buClr>
              <a:buSzPts val="1600"/>
              <a:buNone/>
            </a:pPr>
            <a:r>
              <a:rPr lang="en-ID" sz="1600">
                <a:latin typeface="Consolas"/>
                <a:ea typeface="Consolas"/>
                <a:cs typeface="Consolas"/>
                <a:sym typeface="Consolas"/>
              </a:rPr>
              <a:t>getInt, getDouble, getBool, getString </a:t>
            </a:r>
            <a:endParaRPr/>
          </a:p>
          <a:p>
            <a:pPr indent="0" lvl="0" marL="0" rtl="0" algn="l">
              <a:spcBef>
                <a:spcPts val="400"/>
              </a:spcBef>
              <a:spcAft>
                <a:spcPts val="0"/>
              </a:spcAft>
              <a:buClr>
                <a:srgbClr val="FF0000"/>
              </a:buClr>
              <a:buSzPts val="2000"/>
              <a:buNone/>
            </a:pPr>
            <a:r>
              <a:rPr lang="en-ID" sz="2000">
                <a:solidFill>
                  <a:srgbClr val="FF0000"/>
                </a:solidFill>
                <a:latin typeface="Consolas"/>
                <a:ea typeface="Consolas"/>
                <a:cs typeface="Consolas"/>
                <a:sym typeface="Consolas"/>
              </a:rPr>
              <a:t>final counter = prefs.getInt('counter') ?? 0;</a:t>
            </a:r>
            <a:endParaRPr/>
          </a:p>
          <a:p>
            <a:pPr indent="0" lvl="0" marL="0" rtl="0" algn="l">
              <a:spcBef>
                <a:spcPts val="320"/>
              </a:spcBef>
              <a:spcAft>
                <a:spcPts val="0"/>
              </a:spcAft>
              <a:buClr>
                <a:schemeClr val="dk1"/>
              </a:buClr>
              <a:buSzPts val="1600"/>
              <a:buNone/>
            </a:pPr>
            <a:r>
              <a:rPr lang="en-ID" sz="1600">
                <a:latin typeface="Consolas"/>
                <a:ea typeface="Consolas"/>
                <a:cs typeface="Consolas"/>
                <a:sym typeface="Consolas"/>
              </a:rPr>
              <a:t>??</a:t>
            </a:r>
            <a:r>
              <a:rPr lang="en-ID" sz="1600"/>
              <a:t> operator will be explained later</a:t>
            </a:r>
            <a:endParaRPr/>
          </a:p>
          <a:p>
            <a:pPr indent="0" lvl="0" marL="0" rtl="0" algn="l">
              <a:spcBef>
                <a:spcPts val="320"/>
              </a:spcBef>
              <a:spcAft>
                <a:spcPts val="0"/>
              </a:spcAft>
              <a:buClr>
                <a:schemeClr val="dk1"/>
              </a:buClr>
              <a:buSzPts val="1600"/>
              <a:buNone/>
            </a:pPr>
            <a:r>
              <a:t/>
            </a:r>
            <a:endParaRPr sz="1600"/>
          </a:p>
          <a:p>
            <a:pPr indent="0" lvl="0" marL="0" rtl="0" algn="l">
              <a:spcBef>
                <a:spcPts val="320"/>
              </a:spcBef>
              <a:spcAft>
                <a:spcPts val="0"/>
              </a:spcAft>
              <a:buClr>
                <a:schemeClr val="dk1"/>
              </a:buClr>
              <a:buSzPts val="1600"/>
              <a:buNone/>
            </a:pPr>
            <a:r>
              <a:rPr b="1" lang="en-ID" sz="1600"/>
              <a:t>Remove Data</a:t>
            </a:r>
            <a:endParaRPr/>
          </a:p>
          <a:p>
            <a:pPr indent="0" lvl="0" marL="0" rtl="0" algn="l">
              <a:spcBef>
                <a:spcPts val="320"/>
              </a:spcBef>
              <a:spcAft>
                <a:spcPts val="0"/>
              </a:spcAft>
              <a:buClr>
                <a:schemeClr val="dk1"/>
              </a:buClr>
              <a:buSzPts val="1600"/>
              <a:buNone/>
            </a:pPr>
            <a:r>
              <a:rPr lang="en-ID" sz="1600"/>
              <a:t>For removing data, we use function </a:t>
            </a:r>
            <a:r>
              <a:rPr lang="en-ID" sz="1600">
                <a:latin typeface="Consolas"/>
                <a:ea typeface="Consolas"/>
                <a:cs typeface="Consolas"/>
                <a:sym typeface="Consolas"/>
              </a:rPr>
              <a:t>remove()</a:t>
            </a:r>
            <a:endParaRPr sz="1800">
              <a:latin typeface="Consolas"/>
              <a:ea typeface="Consolas"/>
              <a:cs typeface="Consolas"/>
              <a:sym typeface="Consolas"/>
            </a:endParaRPr>
          </a:p>
          <a:p>
            <a:pPr indent="0" lvl="0" marL="0" rtl="0" algn="l">
              <a:spcBef>
                <a:spcPts val="640"/>
              </a:spcBef>
              <a:spcAft>
                <a:spcPts val="0"/>
              </a:spcAft>
              <a:buClr>
                <a:srgbClr val="FF0000"/>
              </a:buClr>
              <a:buSzPts val="2000"/>
              <a:buNone/>
            </a:pPr>
            <a:r>
              <a:rPr lang="en-ID" sz="2000">
                <a:solidFill>
                  <a:srgbClr val="FF0000"/>
                </a:solidFill>
                <a:latin typeface="Consolas"/>
                <a:ea typeface="Consolas"/>
                <a:cs typeface="Consolas"/>
                <a:sym typeface="Consolas"/>
              </a:rPr>
              <a:t>prefs.remove('counter');</a:t>
            </a:r>
            <a:br>
              <a:rPr lang="en-ID"/>
            </a:br>
            <a:endParaRPr sz="2400">
              <a:solidFill>
                <a:srgbClr val="0070C0"/>
              </a:solidFill>
            </a:endParaRPr>
          </a:p>
        </p:txBody>
      </p:sp>
      <p:sp>
        <p:nvSpPr>
          <p:cNvPr descr="Google's Flutter framework spreads its wings and goes multi-platform |  TechCrunch" id="136" name="Google Shape;136;p7"/>
          <p:cNvSpPr/>
          <p:nvPr/>
        </p:nvSpPr>
        <p:spPr>
          <a:xfrm>
            <a:off x="155575" y="-144463"/>
            <a:ext cx="304800" cy="304801"/>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40" name="Shape 140"/>
        <p:cNvGrpSpPr/>
        <p:nvPr/>
      </p:nvGrpSpPr>
      <p:grpSpPr>
        <a:xfrm>
          <a:off x="0" y="0"/>
          <a:ext cx="0" cy="0"/>
          <a:chOff x="0" y="0"/>
          <a:chExt cx="0" cy="0"/>
        </a:xfrm>
      </p:grpSpPr>
      <p:sp>
        <p:nvSpPr>
          <p:cNvPr id="141" name="Google Shape;141;p8"/>
          <p:cNvSpPr txBox="1"/>
          <p:nvPr>
            <p:ph type="title"/>
          </p:nvPr>
        </p:nvSpPr>
        <p:spPr>
          <a:xfrm>
            <a:off x="0" y="0"/>
            <a:ext cx="8229600" cy="576943"/>
          </a:xfrm>
          <a:prstGeom prst="rect">
            <a:avLst/>
          </a:prstGeom>
          <a:noFill/>
          <a:ln>
            <a:noFill/>
          </a:ln>
        </p:spPr>
        <p:txBody>
          <a:bodyPr anchorCtr="0" anchor="ctr" bIns="45700" lIns="91425" spcFirstLastPara="1" rIns="91425" wrap="square" tIns="45700">
            <a:normAutofit fontScale="90000"/>
          </a:bodyPr>
          <a:lstStyle/>
          <a:p>
            <a:pPr indent="0" lvl="0" marL="0" rtl="0" algn="l">
              <a:spcBef>
                <a:spcPts val="0"/>
              </a:spcBef>
              <a:spcAft>
                <a:spcPts val="0"/>
              </a:spcAft>
              <a:buClr>
                <a:srgbClr val="000090"/>
              </a:buClr>
              <a:buSzPct val="100000"/>
              <a:buFont typeface="Arial"/>
              <a:buNone/>
            </a:pPr>
            <a:r>
              <a:rPr b="1" lang="en-ID" sz="3600">
                <a:solidFill>
                  <a:srgbClr val="000090"/>
                </a:solidFill>
              </a:rPr>
              <a:t>?? operator (if null)</a:t>
            </a:r>
            <a:endParaRPr/>
          </a:p>
        </p:txBody>
      </p:sp>
      <p:cxnSp>
        <p:nvCxnSpPr>
          <p:cNvPr id="142" name="Google Shape;142;p8"/>
          <p:cNvCxnSpPr/>
          <p:nvPr/>
        </p:nvCxnSpPr>
        <p:spPr>
          <a:xfrm>
            <a:off x="0" y="576943"/>
            <a:ext cx="7336971" cy="1588"/>
          </a:xfrm>
          <a:prstGeom prst="straightConnector1">
            <a:avLst/>
          </a:prstGeom>
          <a:noFill/>
          <a:ln cap="flat" cmpd="sng" w="25400">
            <a:solidFill>
              <a:schemeClr val="accent1"/>
            </a:solidFill>
            <a:prstDash val="solid"/>
            <a:round/>
            <a:headEnd len="sm" w="sm" type="none"/>
            <a:tailEnd len="sm" w="sm" type="none"/>
          </a:ln>
          <a:effectLst>
            <a:outerShdw blurRad="40000" rotWithShape="0" dir="5400000" dist="20000">
              <a:srgbClr val="000000">
                <a:alpha val="37647"/>
              </a:srgbClr>
            </a:outerShdw>
          </a:effectLst>
        </p:spPr>
      </p:cxnSp>
      <p:sp>
        <p:nvSpPr>
          <p:cNvPr id="143" name="Google Shape;143;p8"/>
          <p:cNvSpPr txBox="1"/>
          <p:nvPr>
            <p:ph idx="1" type="body"/>
          </p:nvPr>
        </p:nvSpPr>
        <p:spPr>
          <a:xfrm>
            <a:off x="460375" y="817124"/>
            <a:ext cx="8151997" cy="3968632"/>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1600"/>
              <a:buNone/>
            </a:pPr>
            <a:r>
              <a:rPr lang="en-ID" sz="1600">
                <a:latin typeface="Consolas"/>
                <a:ea typeface="Consolas"/>
                <a:cs typeface="Consolas"/>
                <a:sym typeface="Consolas"/>
              </a:rPr>
              <a:t>??</a:t>
            </a:r>
            <a:r>
              <a:rPr lang="en-ID" sz="1600"/>
              <a:t> operator works like </a:t>
            </a:r>
            <a:r>
              <a:rPr lang="en-ID" sz="1600">
                <a:latin typeface="Consolas"/>
                <a:ea typeface="Consolas"/>
                <a:cs typeface="Consolas"/>
                <a:sym typeface="Consolas"/>
              </a:rPr>
              <a:t>?:</a:t>
            </a:r>
            <a:r>
              <a:rPr lang="en-ID" sz="1600"/>
              <a:t> operator, but it checks the expression for </a:t>
            </a:r>
            <a:r>
              <a:rPr lang="en-ID" sz="1600">
                <a:latin typeface="Consolas"/>
                <a:ea typeface="Consolas"/>
                <a:cs typeface="Consolas"/>
                <a:sym typeface="Consolas"/>
              </a:rPr>
              <a:t>null</a:t>
            </a:r>
            <a:r>
              <a:rPr lang="en-ID" sz="1600"/>
              <a:t> values:</a:t>
            </a:r>
            <a:endParaRPr/>
          </a:p>
          <a:p>
            <a:pPr indent="0" lvl="0" marL="0" rtl="0" algn="l">
              <a:spcBef>
                <a:spcPts val="320"/>
              </a:spcBef>
              <a:spcAft>
                <a:spcPts val="0"/>
              </a:spcAft>
              <a:buClr>
                <a:schemeClr val="dk1"/>
              </a:buClr>
              <a:buSzPts val="1600"/>
              <a:buNone/>
            </a:pPr>
            <a:r>
              <a:rPr lang="en-ID" sz="1600">
                <a:latin typeface="Consolas"/>
                <a:ea typeface="Consolas"/>
                <a:cs typeface="Consolas"/>
                <a:sym typeface="Consolas"/>
              </a:rPr>
              <a:t>(if value of this expression is null) ?? (return this value instead)</a:t>
            </a:r>
            <a:endParaRPr/>
          </a:p>
          <a:p>
            <a:pPr indent="0" lvl="0" marL="0" rtl="0" algn="l">
              <a:spcBef>
                <a:spcPts val="320"/>
              </a:spcBef>
              <a:spcAft>
                <a:spcPts val="0"/>
              </a:spcAft>
              <a:buClr>
                <a:schemeClr val="dk1"/>
              </a:buClr>
              <a:buSzPts val="1600"/>
              <a:buNone/>
            </a:pPr>
            <a:r>
              <a:rPr lang="en-ID" sz="1600"/>
              <a:t>The previous assignment:</a:t>
            </a:r>
            <a:endParaRPr/>
          </a:p>
          <a:p>
            <a:pPr indent="0" lvl="0" marL="0" rtl="0" algn="l">
              <a:spcBef>
                <a:spcPts val="320"/>
              </a:spcBef>
              <a:spcAft>
                <a:spcPts val="0"/>
              </a:spcAft>
              <a:buClr>
                <a:srgbClr val="FF0000"/>
              </a:buClr>
              <a:buSzPts val="1600"/>
              <a:buNone/>
            </a:pPr>
            <a:r>
              <a:rPr lang="en-ID" sz="1600">
                <a:solidFill>
                  <a:srgbClr val="FF0000"/>
                </a:solidFill>
                <a:latin typeface="Consolas"/>
                <a:ea typeface="Consolas"/>
                <a:cs typeface="Consolas"/>
                <a:sym typeface="Consolas"/>
              </a:rPr>
              <a:t>final counter = prefs.getInt('counter') ?? 0;</a:t>
            </a:r>
            <a:endParaRPr sz="1600"/>
          </a:p>
          <a:p>
            <a:pPr indent="0" lvl="0" marL="0" rtl="0" algn="l">
              <a:spcBef>
                <a:spcPts val="320"/>
              </a:spcBef>
              <a:spcAft>
                <a:spcPts val="0"/>
              </a:spcAft>
              <a:buClr>
                <a:schemeClr val="dk1"/>
              </a:buClr>
              <a:buSzPts val="1600"/>
              <a:buNone/>
            </a:pPr>
            <a:r>
              <a:rPr lang="en-ID" sz="1600"/>
              <a:t>means: if </a:t>
            </a:r>
            <a:r>
              <a:rPr lang="en-ID" sz="1600">
                <a:latin typeface="Consolas"/>
                <a:ea typeface="Consolas"/>
                <a:cs typeface="Consolas"/>
                <a:sym typeface="Consolas"/>
              </a:rPr>
              <a:t>prefs.getInt('counter')</a:t>
            </a:r>
            <a:r>
              <a:rPr lang="en-ID" sz="1600"/>
              <a:t> evaluates to </a:t>
            </a:r>
            <a:r>
              <a:rPr lang="en-ID" sz="1600">
                <a:latin typeface="Consolas"/>
                <a:ea typeface="Consolas"/>
                <a:cs typeface="Consolas"/>
                <a:sym typeface="Consolas"/>
              </a:rPr>
              <a:t>null</a:t>
            </a:r>
            <a:r>
              <a:rPr lang="en-ID" sz="1600"/>
              <a:t>, then assign 0 to counter variable. Otherwise, just read from the shared preferences and assign it to counter variable.</a:t>
            </a:r>
            <a:endParaRPr/>
          </a:p>
        </p:txBody>
      </p:sp>
      <p:sp>
        <p:nvSpPr>
          <p:cNvPr descr="Google's Flutter framework spreads its wings and goes multi-platform |  TechCrunch" id="144" name="Google Shape;144;p8"/>
          <p:cNvSpPr/>
          <p:nvPr/>
        </p:nvSpPr>
        <p:spPr>
          <a:xfrm>
            <a:off x="155575" y="-144463"/>
            <a:ext cx="304800" cy="304801"/>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48" name="Shape 148"/>
        <p:cNvGrpSpPr/>
        <p:nvPr/>
      </p:nvGrpSpPr>
      <p:grpSpPr>
        <a:xfrm>
          <a:off x="0" y="0"/>
          <a:ext cx="0" cy="0"/>
          <a:chOff x="0" y="0"/>
          <a:chExt cx="0" cy="0"/>
        </a:xfrm>
      </p:grpSpPr>
      <p:sp>
        <p:nvSpPr>
          <p:cNvPr id="149" name="Google Shape;149;p9"/>
          <p:cNvSpPr txBox="1"/>
          <p:nvPr>
            <p:ph type="title"/>
          </p:nvPr>
        </p:nvSpPr>
        <p:spPr>
          <a:xfrm>
            <a:off x="0" y="0"/>
            <a:ext cx="8229600" cy="576943"/>
          </a:xfrm>
          <a:prstGeom prst="rect">
            <a:avLst/>
          </a:prstGeom>
          <a:noFill/>
          <a:ln>
            <a:noFill/>
          </a:ln>
        </p:spPr>
        <p:txBody>
          <a:bodyPr anchorCtr="0" anchor="ctr" bIns="45700" lIns="91425" spcFirstLastPara="1" rIns="91425" wrap="square" tIns="45700">
            <a:normAutofit fontScale="90000"/>
          </a:bodyPr>
          <a:lstStyle/>
          <a:p>
            <a:pPr indent="0" lvl="0" marL="0" rtl="0" algn="l">
              <a:spcBef>
                <a:spcPts val="0"/>
              </a:spcBef>
              <a:spcAft>
                <a:spcPts val="0"/>
              </a:spcAft>
              <a:buClr>
                <a:srgbClr val="000090"/>
              </a:buClr>
              <a:buSzPct val="100000"/>
              <a:buFont typeface="Arial"/>
              <a:buNone/>
            </a:pPr>
            <a:r>
              <a:rPr b="1" lang="en-ID" sz="3600">
                <a:solidFill>
                  <a:srgbClr val="000090"/>
                </a:solidFill>
              </a:rPr>
              <a:t>Implementing Shared Preferences</a:t>
            </a:r>
            <a:endParaRPr/>
          </a:p>
        </p:txBody>
      </p:sp>
      <p:cxnSp>
        <p:nvCxnSpPr>
          <p:cNvPr id="150" name="Google Shape;150;p9"/>
          <p:cNvCxnSpPr/>
          <p:nvPr/>
        </p:nvCxnSpPr>
        <p:spPr>
          <a:xfrm>
            <a:off x="0" y="576943"/>
            <a:ext cx="7336971" cy="1588"/>
          </a:xfrm>
          <a:prstGeom prst="straightConnector1">
            <a:avLst/>
          </a:prstGeom>
          <a:noFill/>
          <a:ln cap="flat" cmpd="sng" w="25400">
            <a:solidFill>
              <a:schemeClr val="accent1"/>
            </a:solidFill>
            <a:prstDash val="solid"/>
            <a:round/>
            <a:headEnd len="sm" w="sm" type="none"/>
            <a:tailEnd len="sm" w="sm" type="none"/>
          </a:ln>
          <a:effectLst>
            <a:outerShdw blurRad="40000" rotWithShape="0" dir="5400000" dist="20000">
              <a:srgbClr val="000000">
                <a:alpha val="37647"/>
              </a:srgbClr>
            </a:outerShdw>
          </a:effectLst>
        </p:spPr>
      </p:cxnSp>
      <p:sp>
        <p:nvSpPr>
          <p:cNvPr id="151" name="Google Shape;151;p9"/>
          <p:cNvSpPr txBox="1"/>
          <p:nvPr>
            <p:ph idx="1" type="body"/>
          </p:nvPr>
        </p:nvSpPr>
        <p:spPr>
          <a:xfrm>
            <a:off x="460375" y="817124"/>
            <a:ext cx="8151997" cy="3968632"/>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1600"/>
              <a:buNone/>
            </a:pPr>
            <a:r>
              <a:rPr lang="en-ID" sz="1600"/>
              <a:t>We will implement shared preferences in two places:</a:t>
            </a:r>
            <a:endParaRPr/>
          </a:p>
          <a:p>
            <a:pPr indent="-342900" lvl="0" marL="342900" rtl="0" algn="l">
              <a:spcBef>
                <a:spcPts val="320"/>
              </a:spcBef>
              <a:spcAft>
                <a:spcPts val="0"/>
              </a:spcAft>
              <a:buClr>
                <a:schemeClr val="dk1"/>
              </a:buClr>
              <a:buSzPts val="1600"/>
              <a:buChar char="•"/>
            </a:pPr>
            <a:r>
              <a:rPr b="1" lang="en-ID" sz="1600"/>
              <a:t>Login screen</a:t>
            </a:r>
            <a:r>
              <a:rPr lang="en-ID" sz="1600"/>
              <a:t>. Shared preference is used for storing the </a:t>
            </a:r>
            <a:r>
              <a:rPr b="1" lang="en-ID" sz="1600"/>
              <a:t>username</a:t>
            </a:r>
            <a:r>
              <a:rPr lang="en-ID" sz="1600"/>
              <a:t> after user has successfully logged in. It will keep the username until the user logs out.</a:t>
            </a:r>
            <a:endParaRPr/>
          </a:p>
          <a:p>
            <a:pPr indent="-342900" lvl="0" marL="342900" rtl="0" algn="l">
              <a:spcBef>
                <a:spcPts val="320"/>
              </a:spcBef>
              <a:spcAft>
                <a:spcPts val="0"/>
              </a:spcAft>
              <a:buClr>
                <a:schemeClr val="dk1"/>
              </a:buClr>
              <a:buSzPts val="1600"/>
              <a:buChar char="•"/>
            </a:pPr>
            <a:r>
              <a:rPr lang="en-ID" sz="1600"/>
              <a:t>Therefore, if user never logs in before, or just logged out, the app will display the login screen. If user is already signed in and not logged out yet, every time user opens the app, login screen will be </a:t>
            </a:r>
            <a:r>
              <a:rPr b="1" lang="en-ID" sz="1600"/>
              <a:t>skipped</a:t>
            </a:r>
            <a:r>
              <a:rPr lang="en-ID" sz="1600"/>
              <a:t>, and the app will display the home screen instead.</a:t>
            </a:r>
            <a:endParaRPr/>
          </a:p>
          <a:p>
            <a:pPr indent="-342900" lvl="0" marL="342900" rtl="0" algn="l">
              <a:spcBef>
                <a:spcPts val="320"/>
              </a:spcBef>
              <a:spcAft>
                <a:spcPts val="0"/>
              </a:spcAft>
              <a:buClr>
                <a:schemeClr val="dk1"/>
              </a:buClr>
              <a:buSzPts val="1600"/>
              <a:buChar char="•"/>
            </a:pPr>
            <a:r>
              <a:rPr b="1" lang="en-ID" sz="1600"/>
              <a:t>Top Score</a:t>
            </a:r>
            <a:r>
              <a:rPr lang="en-ID" sz="1600"/>
              <a:t>. Shared preference is used to </a:t>
            </a:r>
            <a:r>
              <a:rPr b="1" lang="en-ID" sz="1600"/>
              <a:t>store the username and its score</a:t>
            </a:r>
            <a:r>
              <a:rPr lang="en-ID" sz="1600"/>
              <a:t>, when user reaches the highest score.</a:t>
            </a:r>
            <a:endParaRPr/>
          </a:p>
          <a:p>
            <a:pPr indent="0" lvl="0" marL="0" rtl="0" algn="l">
              <a:spcBef>
                <a:spcPts val="280"/>
              </a:spcBef>
              <a:spcAft>
                <a:spcPts val="0"/>
              </a:spcAft>
              <a:buClr>
                <a:schemeClr val="dk1"/>
              </a:buClr>
              <a:buSzPts val="1400"/>
              <a:buNone/>
            </a:pPr>
            <a:r>
              <a:t/>
            </a:r>
            <a:endParaRPr sz="1400">
              <a:solidFill>
                <a:srgbClr val="FF0000"/>
              </a:solidFill>
            </a:endParaRPr>
          </a:p>
          <a:p>
            <a:pPr indent="0" lvl="0" marL="0" rtl="0" algn="l">
              <a:spcBef>
                <a:spcPts val="320"/>
              </a:spcBef>
              <a:spcAft>
                <a:spcPts val="0"/>
              </a:spcAft>
              <a:buClr>
                <a:schemeClr val="dk1"/>
              </a:buClr>
              <a:buSzPts val="1600"/>
              <a:buNone/>
            </a:pPr>
            <a:r>
              <a:t/>
            </a:r>
            <a:endParaRPr sz="1600"/>
          </a:p>
          <a:p>
            <a:pPr indent="-342900" lvl="0" marL="342900" rtl="0" algn="l">
              <a:spcBef>
                <a:spcPts val="280"/>
              </a:spcBef>
              <a:spcAft>
                <a:spcPts val="0"/>
              </a:spcAft>
              <a:buClr>
                <a:schemeClr val="dk1"/>
              </a:buClr>
              <a:buSzPts val="1400"/>
              <a:buNone/>
            </a:pPr>
            <a:r>
              <a:t/>
            </a:r>
            <a:endParaRPr sz="1400">
              <a:solidFill>
                <a:srgbClr val="0070C0"/>
              </a:solidFill>
            </a:endParaRPr>
          </a:p>
          <a:p>
            <a:pPr indent="-342900" lvl="0" marL="342900" rtl="0" algn="l">
              <a:spcBef>
                <a:spcPts val="320"/>
              </a:spcBef>
              <a:spcAft>
                <a:spcPts val="0"/>
              </a:spcAft>
              <a:buClr>
                <a:schemeClr val="dk1"/>
              </a:buClr>
              <a:buSzPts val="1600"/>
              <a:buNone/>
            </a:pPr>
            <a:r>
              <a:t/>
            </a:r>
            <a:endParaRPr sz="1600">
              <a:solidFill>
                <a:srgbClr val="0070C0"/>
              </a:solidFill>
            </a:endParaRPr>
          </a:p>
        </p:txBody>
      </p:sp>
      <p:sp>
        <p:nvSpPr>
          <p:cNvPr descr="Google's Flutter framework spreads its wings and goes multi-platform |  TechCrunch" id="152" name="Google Shape;152;p9"/>
          <p:cNvSpPr/>
          <p:nvPr/>
        </p:nvSpPr>
        <p:spPr>
          <a:xfrm>
            <a:off x="155575" y="-144463"/>
            <a:ext cx="304800" cy="304801"/>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56" name="Shape 156"/>
        <p:cNvGrpSpPr/>
        <p:nvPr/>
      </p:nvGrpSpPr>
      <p:grpSpPr>
        <a:xfrm>
          <a:off x="0" y="0"/>
          <a:ext cx="0" cy="0"/>
          <a:chOff x="0" y="0"/>
          <a:chExt cx="0" cy="0"/>
        </a:xfrm>
      </p:grpSpPr>
      <p:sp>
        <p:nvSpPr>
          <p:cNvPr id="157" name="Google Shape;157;p10"/>
          <p:cNvSpPr txBox="1"/>
          <p:nvPr>
            <p:ph type="title"/>
          </p:nvPr>
        </p:nvSpPr>
        <p:spPr>
          <a:xfrm>
            <a:off x="3567544" y="2180036"/>
            <a:ext cx="5424055" cy="752509"/>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rgbClr val="DAE5F1"/>
              </a:buClr>
              <a:buSzPts val="6000"/>
              <a:buFont typeface="Arial"/>
              <a:buNone/>
            </a:pPr>
            <a:r>
              <a:rPr lang="en-ID" sz="6000">
                <a:solidFill>
                  <a:srgbClr val="DAE5F1"/>
                </a:solidFill>
              </a:rPr>
              <a:t>ASYNC</a:t>
            </a:r>
            <a:endParaRPr b="1" sz="6000">
              <a:solidFill>
                <a:srgbClr val="DAE5F1"/>
              </a:solidFill>
            </a:endParaRPr>
          </a:p>
        </p:txBody>
      </p:sp>
      <p:sp>
        <p:nvSpPr>
          <p:cNvPr id="158" name="Google Shape;158;p10"/>
          <p:cNvSpPr txBox="1"/>
          <p:nvPr/>
        </p:nvSpPr>
        <p:spPr>
          <a:xfrm>
            <a:off x="1627907" y="2012758"/>
            <a:ext cx="1789545" cy="1391101"/>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Clr>
                <a:srgbClr val="538CD5"/>
              </a:buClr>
              <a:buSzPts val="8000"/>
              <a:buFont typeface="Arial"/>
              <a:buNone/>
            </a:pPr>
            <a:r>
              <a:rPr b="1" lang="en-ID" sz="8000" cap="none">
                <a:solidFill>
                  <a:srgbClr val="538CD5"/>
                </a:solidFill>
                <a:latin typeface="Arial"/>
                <a:ea typeface="Arial"/>
                <a:cs typeface="Arial"/>
                <a:sym typeface="Arial"/>
              </a:rPr>
              <a:t>02</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62" name="Shape 162"/>
        <p:cNvGrpSpPr/>
        <p:nvPr/>
      </p:nvGrpSpPr>
      <p:grpSpPr>
        <a:xfrm>
          <a:off x="0" y="0"/>
          <a:ext cx="0" cy="0"/>
          <a:chOff x="0" y="0"/>
          <a:chExt cx="0" cy="0"/>
        </a:xfrm>
      </p:grpSpPr>
      <p:sp>
        <p:nvSpPr>
          <p:cNvPr id="163" name="Google Shape;163;p11"/>
          <p:cNvSpPr txBox="1"/>
          <p:nvPr>
            <p:ph type="title"/>
          </p:nvPr>
        </p:nvSpPr>
        <p:spPr>
          <a:xfrm>
            <a:off x="0" y="0"/>
            <a:ext cx="8229600" cy="576943"/>
          </a:xfrm>
          <a:prstGeom prst="rect">
            <a:avLst/>
          </a:prstGeom>
          <a:noFill/>
          <a:ln>
            <a:noFill/>
          </a:ln>
        </p:spPr>
        <p:txBody>
          <a:bodyPr anchorCtr="0" anchor="ctr" bIns="45700" lIns="91425" spcFirstLastPara="1" rIns="91425" wrap="square" tIns="45700">
            <a:normAutofit fontScale="90000"/>
          </a:bodyPr>
          <a:lstStyle/>
          <a:p>
            <a:pPr indent="0" lvl="0" marL="0" rtl="0" algn="l">
              <a:spcBef>
                <a:spcPts val="0"/>
              </a:spcBef>
              <a:spcAft>
                <a:spcPts val="0"/>
              </a:spcAft>
              <a:buClr>
                <a:srgbClr val="000090"/>
              </a:buClr>
              <a:buSzPct val="100000"/>
              <a:buFont typeface="Arial"/>
              <a:buNone/>
            </a:pPr>
            <a:r>
              <a:rPr b="1" lang="en-ID" sz="3600">
                <a:solidFill>
                  <a:srgbClr val="000090"/>
                </a:solidFill>
              </a:rPr>
              <a:t>Why Asynchronous</a:t>
            </a:r>
            <a:endParaRPr/>
          </a:p>
        </p:txBody>
      </p:sp>
      <p:cxnSp>
        <p:nvCxnSpPr>
          <p:cNvPr id="164" name="Google Shape;164;p11"/>
          <p:cNvCxnSpPr/>
          <p:nvPr/>
        </p:nvCxnSpPr>
        <p:spPr>
          <a:xfrm>
            <a:off x="0" y="576943"/>
            <a:ext cx="7336971" cy="1588"/>
          </a:xfrm>
          <a:prstGeom prst="straightConnector1">
            <a:avLst/>
          </a:prstGeom>
          <a:noFill/>
          <a:ln cap="flat" cmpd="sng" w="25400">
            <a:solidFill>
              <a:schemeClr val="accent1"/>
            </a:solidFill>
            <a:prstDash val="solid"/>
            <a:round/>
            <a:headEnd len="sm" w="sm" type="none"/>
            <a:tailEnd len="sm" w="sm" type="none"/>
          </a:ln>
          <a:effectLst>
            <a:outerShdw blurRad="40000" rotWithShape="0" dir="5400000" dist="20000">
              <a:srgbClr val="000000">
                <a:alpha val="37647"/>
              </a:srgbClr>
            </a:outerShdw>
          </a:effectLst>
        </p:spPr>
      </p:cxnSp>
      <p:sp>
        <p:nvSpPr>
          <p:cNvPr id="165" name="Google Shape;165;p11"/>
          <p:cNvSpPr txBox="1"/>
          <p:nvPr>
            <p:ph idx="1" type="body"/>
          </p:nvPr>
        </p:nvSpPr>
        <p:spPr>
          <a:xfrm>
            <a:off x="460375" y="817124"/>
            <a:ext cx="8151997" cy="3968632"/>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2000"/>
              <a:buNone/>
            </a:pPr>
            <a:r>
              <a:rPr lang="en-ID" sz="2000">
                <a:latin typeface="Calibri"/>
                <a:ea typeface="Calibri"/>
                <a:cs typeface="Calibri"/>
                <a:sym typeface="Calibri"/>
              </a:rPr>
              <a:t>Asynchronous operations let your program complete work while waiting for another operation to finish. Here are some common asynchronous operations:</a:t>
            </a:r>
            <a:endParaRPr/>
          </a:p>
          <a:p>
            <a:pPr indent="-342900" lvl="0" marL="342900" rtl="0" algn="l">
              <a:spcBef>
                <a:spcPts val="400"/>
              </a:spcBef>
              <a:spcAft>
                <a:spcPts val="0"/>
              </a:spcAft>
              <a:buClr>
                <a:schemeClr val="dk1"/>
              </a:buClr>
              <a:buSzPts val="2000"/>
              <a:buChar char="•"/>
            </a:pPr>
            <a:r>
              <a:rPr lang="en-ID" sz="2000">
                <a:latin typeface="Calibri"/>
                <a:ea typeface="Calibri"/>
                <a:cs typeface="Calibri"/>
                <a:sym typeface="Calibri"/>
              </a:rPr>
              <a:t>Fetching data over a network.</a:t>
            </a:r>
            <a:endParaRPr/>
          </a:p>
          <a:p>
            <a:pPr indent="-342900" lvl="0" marL="342900" rtl="0" algn="l">
              <a:spcBef>
                <a:spcPts val="400"/>
              </a:spcBef>
              <a:spcAft>
                <a:spcPts val="0"/>
              </a:spcAft>
              <a:buClr>
                <a:schemeClr val="dk1"/>
              </a:buClr>
              <a:buSzPts val="2000"/>
              <a:buChar char="•"/>
            </a:pPr>
            <a:r>
              <a:rPr lang="en-ID" sz="2000">
                <a:latin typeface="Calibri"/>
                <a:ea typeface="Calibri"/>
                <a:cs typeface="Calibri"/>
                <a:sym typeface="Calibri"/>
              </a:rPr>
              <a:t>Writing to a database.</a:t>
            </a:r>
            <a:endParaRPr/>
          </a:p>
          <a:p>
            <a:pPr indent="-342900" lvl="0" marL="342900" rtl="0" algn="l">
              <a:spcBef>
                <a:spcPts val="400"/>
              </a:spcBef>
              <a:spcAft>
                <a:spcPts val="0"/>
              </a:spcAft>
              <a:buClr>
                <a:schemeClr val="dk1"/>
              </a:buClr>
              <a:buSzPts val="2000"/>
              <a:buChar char="•"/>
            </a:pPr>
            <a:r>
              <a:rPr lang="en-ID" sz="2000">
                <a:latin typeface="Calibri"/>
                <a:ea typeface="Calibri"/>
                <a:cs typeface="Calibri"/>
                <a:sym typeface="Calibri"/>
              </a:rPr>
              <a:t>Reading data from a file (shared preference is a kind of file)</a:t>
            </a:r>
            <a:endParaRPr/>
          </a:p>
          <a:p>
            <a:pPr indent="0" lvl="0" marL="0" rtl="0" algn="l">
              <a:spcBef>
                <a:spcPts val="400"/>
              </a:spcBef>
              <a:spcAft>
                <a:spcPts val="0"/>
              </a:spcAft>
              <a:buClr>
                <a:schemeClr val="dk1"/>
              </a:buClr>
              <a:buSzPts val="2000"/>
              <a:buNone/>
            </a:pPr>
            <a:r>
              <a:t/>
            </a:r>
            <a:endParaRPr sz="2000">
              <a:latin typeface="Calibri"/>
              <a:ea typeface="Calibri"/>
              <a:cs typeface="Calibri"/>
              <a:sym typeface="Calibri"/>
            </a:endParaRPr>
          </a:p>
          <a:p>
            <a:pPr indent="0" lvl="0" marL="0" rtl="0" algn="l">
              <a:spcBef>
                <a:spcPts val="400"/>
              </a:spcBef>
              <a:spcAft>
                <a:spcPts val="0"/>
              </a:spcAft>
              <a:buClr>
                <a:schemeClr val="dk1"/>
              </a:buClr>
              <a:buSzPts val="2000"/>
              <a:buNone/>
            </a:pPr>
            <a:r>
              <a:rPr lang="en-ID" sz="2000">
                <a:latin typeface="Calibri"/>
                <a:ea typeface="Calibri"/>
                <a:cs typeface="Calibri"/>
                <a:sym typeface="Calibri"/>
              </a:rPr>
              <a:t>To perform asynchronous operations in Dart, you can use the </a:t>
            </a:r>
            <a:r>
              <a:rPr lang="en-ID" sz="2000">
                <a:solidFill>
                  <a:srgbClr val="538CD5"/>
                </a:solidFill>
                <a:latin typeface="Calibri"/>
                <a:ea typeface="Calibri"/>
                <a:cs typeface="Calibri"/>
                <a:sym typeface="Calibri"/>
              </a:rPr>
              <a:t>Future</a:t>
            </a:r>
            <a:r>
              <a:rPr lang="en-ID" sz="2000">
                <a:latin typeface="Calibri"/>
                <a:ea typeface="Calibri"/>
                <a:cs typeface="Calibri"/>
                <a:sym typeface="Calibri"/>
              </a:rPr>
              <a:t> class and the </a:t>
            </a:r>
            <a:r>
              <a:rPr lang="en-ID" sz="2000">
                <a:solidFill>
                  <a:srgbClr val="538CD5"/>
                </a:solidFill>
                <a:latin typeface="Calibri"/>
                <a:ea typeface="Calibri"/>
                <a:cs typeface="Calibri"/>
                <a:sym typeface="Calibri"/>
              </a:rPr>
              <a:t>async</a:t>
            </a:r>
            <a:r>
              <a:rPr lang="en-ID" sz="2000">
                <a:latin typeface="Calibri"/>
                <a:ea typeface="Calibri"/>
                <a:cs typeface="Calibri"/>
                <a:sym typeface="Calibri"/>
              </a:rPr>
              <a:t> and </a:t>
            </a:r>
            <a:r>
              <a:rPr lang="en-ID" sz="2000">
                <a:solidFill>
                  <a:srgbClr val="538CD5"/>
                </a:solidFill>
                <a:latin typeface="Calibri"/>
                <a:ea typeface="Calibri"/>
                <a:cs typeface="Calibri"/>
                <a:sym typeface="Calibri"/>
              </a:rPr>
              <a:t>await</a:t>
            </a:r>
            <a:r>
              <a:rPr lang="en-ID" sz="2000">
                <a:latin typeface="Calibri"/>
                <a:ea typeface="Calibri"/>
                <a:cs typeface="Calibri"/>
                <a:sym typeface="Calibri"/>
              </a:rPr>
              <a:t> keywords.</a:t>
            </a:r>
            <a:endParaRPr/>
          </a:p>
        </p:txBody>
      </p:sp>
      <p:sp>
        <p:nvSpPr>
          <p:cNvPr descr="Google's Flutter framework spreads its wings and goes multi-platform |  TechCrunch" id="166" name="Google Shape;166;p11"/>
          <p:cNvSpPr/>
          <p:nvPr/>
        </p:nvSpPr>
        <p:spPr>
          <a:xfrm>
            <a:off x="155575" y="-144463"/>
            <a:ext cx="304800" cy="304801"/>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70" name="Shape 170"/>
        <p:cNvGrpSpPr/>
        <p:nvPr/>
      </p:nvGrpSpPr>
      <p:grpSpPr>
        <a:xfrm>
          <a:off x="0" y="0"/>
          <a:ext cx="0" cy="0"/>
          <a:chOff x="0" y="0"/>
          <a:chExt cx="0" cy="0"/>
        </a:xfrm>
      </p:grpSpPr>
      <p:sp>
        <p:nvSpPr>
          <p:cNvPr id="171" name="Google Shape;171;p12"/>
          <p:cNvSpPr txBox="1"/>
          <p:nvPr>
            <p:ph type="title"/>
          </p:nvPr>
        </p:nvSpPr>
        <p:spPr>
          <a:xfrm>
            <a:off x="0" y="0"/>
            <a:ext cx="8229600" cy="576943"/>
          </a:xfrm>
          <a:prstGeom prst="rect">
            <a:avLst/>
          </a:prstGeom>
          <a:noFill/>
          <a:ln>
            <a:noFill/>
          </a:ln>
        </p:spPr>
        <p:txBody>
          <a:bodyPr anchorCtr="0" anchor="ctr" bIns="45700" lIns="91425" spcFirstLastPara="1" rIns="91425" wrap="square" tIns="45700">
            <a:normAutofit fontScale="90000"/>
          </a:bodyPr>
          <a:lstStyle/>
          <a:p>
            <a:pPr indent="0" lvl="0" marL="0" rtl="0" algn="l">
              <a:spcBef>
                <a:spcPts val="0"/>
              </a:spcBef>
              <a:spcAft>
                <a:spcPts val="0"/>
              </a:spcAft>
              <a:buClr>
                <a:srgbClr val="000090"/>
              </a:buClr>
              <a:buSzPct val="100000"/>
              <a:buFont typeface="Arial"/>
              <a:buNone/>
            </a:pPr>
            <a:r>
              <a:rPr b="1" lang="en-ID" sz="3600">
                <a:solidFill>
                  <a:srgbClr val="000090"/>
                </a:solidFill>
              </a:rPr>
              <a:t>Synchronous vs Asynchronous</a:t>
            </a:r>
            <a:endParaRPr/>
          </a:p>
        </p:txBody>
      </p:sp>
      <p:cxnSp>
        <p:nvCxnSpPr>
          <p:cNvPr id="172" name="Google Shape;172;p12"/>
          <p:cNvCxnSpPr/>
          <p:nvPr/>
        </p:nvCxnSpPr>
        <p:spPr>
          <a:xfrm>
            <a:off x="0" y="576943"/>
            <a:ext cx="7336971" cy="1588"/>
          </a:xfrm>
          <a:prstGeom prst="straightConnector1">
            <a:avLst/>
          </a:prstGeom>
          <a:noFill/>
          <a:ln cap="flat" cmpd="sng" w="25400">
            <a:solidFill>
              <a:schemeClr val="accent1"/>
            </a:solidFill>
            <a:prstDash val="solid"/>
            <a:round/>
            <a:headEnd len="sm" w="sm" type="none"/>
            <a:tailEnd len="sm" w="sm" type="none"/>
          </a:ln>
          <a:effectLst>
            <a:outerShdw blurRad="40000" rotWithShape="0" dir="5400000" dist="20000">
              <a:srgbClr val="000000">
                <a:alpha val="37647"/>
              </a:srgbClr>
            </a:outerShdw>
          </a:effectLst>
        </p:spPr>
      </p:cxnSp>
      <p:sp>
        <p:nvSpPr>
          <p:cNvPr descr="Google's Flutter framework spreads its wings and goes multi-platform |  TechCrunch" id="173" name="Google Shape;173;p12"/>
          <p:cNvSpPr/>
          <p:nvPr/>
        </p:nvSpPr>
        <p:spPr>
          <a:xfrm>
            <a:off x="155575" y="-144463"/>
            <a:ext cx="304800" cy="304801"/>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pic>
        <p:nvPicPr>
          <p:cNvPr id="174" name="Google Shape;174;p12"/>
          <p:cNvPicPr preferRelativeResize="0"/>
          <p:nvPr/>
        </p:nvPicPr>
        <p:blipFill rotWithShape="1">
          <a:blip r:embed="rId4">
            <a:alphaModFix/>
          </a:blip>
          <a:srcRect b="0" l="0" r="0" t="0"/>
          <a:stretch/>
        </p:blipFill>
        <p:spPr>
          <a:xfrm>
            <a:off x="980440" y="1106671"/>
            <a:ext cx="6424192" cy="3459886"/>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78" name="Shape 178"/>
        <p:cNvGrpSpPr/>
        <p:nvPr/>
      </p:nvGrpSpPr>
      <p:grpSpPr>
        <a:xfrm>
          <a:off x="0" y="0"/>
          <a:ext cx="0" cy="0"/>
          <a:chOff x="0" y="0"/>
          <a:chExt cx="0" cy="0"/>
        </a:xfrm>
      </p:grpSpPr>
      <p:sp>
        <p:nvSpPr>
          <p:cNvPr id="179" name="Google Shape;179;p13"/>
          <p:cNvSpPr txBox="1"/>
          <p:nvPr>
            <p:ph type="title"/>
          </p:nvPr>
        </p:nvSpPr>
        <p:spPr>
          <a:xfrm>
            <a:off x="0" y="0"/>
            <a:ext cx="8229600" cy="576943"/>
          </a:xfrm>
          <a:prstGeom prst="rect">
            <a:avLst/>
          </a:prstGeom>
          <a:noFill/>
          <a:ln>
            <a:noFill/>
          </a:ln>
        </p:spPr>
        <p:txBody>
          <a:bodyPr anchorCtr="0" anchor="ctr" bIns="45700" lIns="91425" spcFirstLastPara="1" rIns="91425" wrap="square" tIns="45700">
            <a:normAutofit fontScale="90000"/>
          </a:bodyPr>
          <a:lstStyle/>
          <a:p>
            <a:pPr indent="0" lvl="0" marL="0" rtl="0" algn="l">
              <a:spcBef>
                <a:spcPts val="0"/>
              </a:spcBef>
              <a:spcAft>
                <a:spcPts val="0"/>
              </a:spcAft>
              <a:buClr>
                <a:srgbClr val="000090"/>
              </a:buClr>
              <a:buSzPct val="100000"/>
              <a:buFont typeface="Arial"/>
              <a:buNone/>
            </a:pPr>
            <a:r>
              <a:rPr b="1" lang="en-ID" sz="3600">
                <a:solidFill>
                  <a:srgbClr val="000090"/>
                </a:solidFill>
              </a:rPr>
              <a:t>Async and wait</a:t>
            </a:r>
            <a:endParaRPr/>
          </a:p>
        </p:txBody>
      </p:sp>
      <p:cxnSp>
        <p:nvCxnSpPr>
          <p:cNvPr id="180" name="Google Shape;180;p13"/>
          <p:cNvCxnSpPr/>
          <p:nvPr/>
        </p:nvCxnSpPr>
        <p:spPr>
          <a:xfrm>
            <a:off x="0" y="576943"/>
            <a:ext cx="7336971" cy="1588"/>
          </a:xfrm>
          <a:prstGeom prst="straightConnector1">
            <a:avLst/>
          </a:prstGeom>
          <a:noFill/>
          <a:ln cap="flat" cmpd="sng" w="25400">
            <a:solidFill>
              <a:schemeClr val="accent1"/>
            </a:solidFill>
            <a:prstDash val="solid"/>
            <a:round/>
            <a:headEnd len="sm" w="sm" type="none"/>
            <a:tailEnd len="sm" w="sm" type="none"/>
          </a:ln>
          <a:effectLst>
            <a:outerShdw blurRad="40000" rotWithShape="0" dir="5400000" dist="20000">
              <a:srgbClr val="000000">
                <a:alpha val="37647"/>
              </a:srgbClr>
            </a:outerShdw>
          </a:effectLst>
        </p:spPr>
      </p:cxnSp>
      <p:sp>
        <p:nvSpPr>
          <p:cNvPr descr="Google's Flutter framework spreads its wings and goes multi-platform |  TechCrunch" id="181" name="Google Shape;181;p13"/>
          <p:cNvSpPr/>
          <p:nvPr/>
        </p:nvSpPr>
        <p:spPr>
          <a:xfrm>
            <a:off x="155575" y="-144463"/>
            <a:ext cx="304800" cy="304801"/>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82" name="Google Shape;182;p13"/>
          <p:cNvSpPr txBox="1"/>
          <p:nvPr/>
        </p:nvSpPr>
        <p:spPr>
          <a:xfrm>
            <a:off x="4668644" y="1040137"/>
            <a:ext cx="3865800" cy="25860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ID" sz="1800">
                <a:solidFill>
                  <a:schemeClr val="dk1"/>
                </a:solidFill>
                <a:latin typeface="Arial"/>
                <a:ea typeface="Arial"/>
                <a:cs typeface="Arial"/>
                <a:sym typeface="Arial"/>
              </a:rPr>
              <a:t>Use </a:t>
            </a:r>
            <a:r>
              <a:rPr b="1" lang="en-ID" sz="1800">
                <a:solidFill>
                  <a:schemeClr val="dk1"/>
                </a:solidFill>
                <a:latin typeface="Consolas"/>
                <a:ea typeface="Consolas"/>
                <a:cs typeface="Consolas"/>
                <a:sym typeface="Consolas"/>
              </a:rPr>
              <a:t>async</a:t>
            </a:r>
            <a:r>
              <a:rPr lang="en-ID" sz="1800">
                <a:solidFill>
                  <a:schemeClr val="dk1"/>
                </a:solidFill>
                <a:latin typeface="Arial"/>
                <a:ea typeface="Arial"/>
                <a:cs typeface="Arial"/>
                <a:sym typeface="Arial"/>
              </a:rPr>
              <a:t> keyword to make a function asynchronous</a:t>
            </a:r>
            <a:endParaRPr/>
          </a:p>
          <a:p>
            <a:pPr indent="0" lvl="0" marL="0" marR="0" rtl="0" algn="l">
              <a:spcBef>
                <a:spcPts val="0"/>
              </a:spcBef>
              <a:spcAft>
                <a:spcPts val="0"/>
              </a:spcAft>
              <a:buNone/>
            </a:pPr>
            <a:r>
              <a:rPr lang="en-ID" sz="1800">
                <a:solidFill>
                  <a:schemeClr val="dk1"/>
                </a:solidFill>
                <a:latin typeface="Arial"/>
                <a:ea typeface="Arial"/>
                <a:cs typeface="Arial"/>
                <a:sym typeface="Arial"/>
              </a:rPr>
              <a:t>An async function runs synchronously </a:t>
            </a:r>
            <a:r>
              <a:rPr lang="en-ID" sz="1800" u="sng">
                <a:solidFill>
                  <a:schemeClr val="dk1"/>
                </a:solidFill>
                <a:latin typeface="Arial"/>
                <a:ea typeface="Arial"/>
                <a:cs typeface="Arial"/>
                <a:sym typeface="Arial"/>
              </a:rPr>
              <a:t>until the first </a:t>
            </a:r>
            <a:r>
              <a:rPr lang="en-ID" sz="1800" u="sng">
                <a:solidFill>
                  <a:schemeClr val="dk1"/>
                </a:solidFill>
                <a:latin typeface="Consolas"/>
                <a:ea typeface="Consolas"/>
                <a:cs typeface="Consolas"/>
                <a:sym typeface="Consolas"/>
              </a:rPr>
              <a:t>await</a:t>
            </a:r>
            <a:r>
              <a:rPr lang="en-ID" sz="1800" u="sng">
                <a:solidFill>
                  <a:schemeClr val="dk1"/>
                </a:solidFill>
                <a:latin typeface="Arial"/>
                <a:ea typeface="Arial"/>
                <a:cs typeface="Arial"/>
                <a:sym typeface="Arial"/>
              </a:rPr>
              <a:t> keyword</a:t>
            </a:r>
            <a:endParaRPr/>
          </a:p>
          <a:p>
            <a:pPr indent="0" lvl="0" marL="0" marR="0" rtl="0" algn="l">
              <a:spcBef>
                <a:spcPts val="0"/>
              </a:spcBef>
              <a:spcAft>
                <a:spcPts val="0"/>
              </a:spcAft>
              <a:buNone/>
            </a:pPr>
            <a:r>
              <a:rPr lang="en-ID" sz="1800">
                <a:solidFill>
                  <a:schemeClr val="dk1"/>
                </a:solidFill>
                <a:latin typeface="Arial"/>
                <a:ea typeface="Arial"/>
                <a:cs typeface="Arial"/>
                <a:sym typeface="Arial"/>
              </a:rPr>
              <a:t>This means that within an async function body, all synchronous code before the first </a:t>
            </a:r>
            <a:r>
              <a:rPr b="1" lang="en-ID" sz="1800">
                <a:solidFill>
                  <a:schemeClr val="dk1"/>
                </a:solidFill>
                <a:latin typeface="Consolas"/>
                <a:ea typeface="Consolas"/>
                <a:cs typeface="Consolas"/>
                <a:sym typeface="Consolas"/>
              </a:rPr>
              <a:t>await</a:t>
            </a:r>
            <a:r>
              <a:rPr lang="en-ID" sz="1800">
                <a:solidFill>
                  <a:schemeClr val="dk1"/>
                </a:solidFill>
                <a:latin typeface="Arial"/>
                <a:ea typeface="Arial"/>
                <a:cs typeface="Arial"/>
                <a:sym typeface="Arial"/>
              </a:rPr>
              <a:t> keyword executes immediately.</a:t>
            </a:r>
            <a:endParaRPr sz="1800">
              <a:solidFill>
                <a:schemeClr val="dk1"/>
              </a:solidFill>
              <a:latin typeface="Arial"/>
              <a:ea typeface="Arial"/>
              <a:cs typeface="Arial"/>
              <a:sym typeface="Arial"/>
            </a:endParaRPr>
          </a:p>
        </p:txBody>
      </p:sp>
      <p:pic>
        <p:nvPicPr>
          <p:cNvPr id="183" name="Google Shape;183;p13"/>
          <p:cNvPicPr preferRelativeResize="0"/>
          <p:nvPr/>
        </p:nvPicPr>
        <p:blipFill rotWithShape="1">
          <a:blip r:embed="rId4">
            <a:alphaModFix/>
          </a:blip>
          <a:srcRect b="0" l="0" r="0" t="0"/>
          <a:stretch/>
        </p:blipFill>
        <p:spPr>
          <a:xfrm>
            <a:off x="394236" y="993548"/>
            <a:ext cx="4177764" cy="2631912"/>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87" name="Shape 187"/>
        <p:cNvGrpSpPr/>
        <p:nvPr/>
      </p:nvGrpSpPr>
      <p:grpSpPr>
        <a:xfrm>
          <a:off x="0" y="0"/>
          <a:ext cx="0" cy="0"/>
          <a:chOff x="0" y="0"/>
          <a:chExt cx="0" cy="0"/>
        </a:xfrm>
      </p:grpSpPr>
      <p:sp>
        <p:nvSpPr>
          <p:cNvPr id="188" name="Google Shape;188;p14"/>
          <p:cNvSpPr txBox="1"/>
          <p:nvPr>
            <p:ph type="title"/>
          </p:nvPr>
        </p:nvSpPr>
        <p:spPr>
          <a:xfrm>
            <a:off x="0" y="0"/>
            <a:ext cx="8229600" cy="576943"/>
          </a:xfrm>
          <a:prstGeom prst="rect">
            <a:avLst/>
          </a:prstGeom>
          <a:noFill/>
          <a:ln>
            <a:noFill/>
          </a:ln>
        </p:spPr>
        <p:txBody>
          <a:bodyPr anchorCtr="0" anchor="ctr" bIns="45700" lIns="91425" spcFirstLastPara="1" rIns="91425" wrap="square" tIns="45700">
            <a:normAutofit fontScale="90000"/>
          </a:bodyPr>
          <a:lstStyle/>
          <a:p>
            <a:pPr indent="0" lvl="0" marL="0" rtl="0" algn="l">
              <a:spcBef>
                <a:spcPts val="0"/>
              </a:spcBef>
              <a:spcAft>
                <a:spcPts val="0"/>
              </a:spcAft>
              <a:buClr>
                <a:srgbClr val="000090"/>
              </a:buClr>
              <a:buSzPct val="100000"/>
              <a:buFont typeface="Arial"/>
              <a:buNone/>
            </a:pPr>
            <a:r>
              <a:rPr b="1" lang="en-ID" sz="3600">
                <a:solidFill>
                  <a:srgbClr val="000090"/>
                </a:solidFill>
              </a:rPr>
              <a:t>Future </a:t>
            </a:r>
            <a:endParaRPr/>
          </a:p>
        </p:txBody>
      </p:sp>
      <p:cxnSp>
        <p:nvCxnSpPr>
          <p:cNvPr id="189" name="Google Shape;189;p14"/>
          <p:cNvCxnSpPr/>
          <p:nvPr/>
        </p:nvCxnSpPr>
        <p:spPr>
          <a:xfrm>
            <a:off x="0" y="576943"/>
            <a:ext cx="7336971" cy="1588"/>
          </a:xfrm>
          <a:prstGeom prst="straightConnector1">
            <a:avLst/>
          </a:prstGeom>
          <a:noFill/>
          <a:ln cap="flat" cmpd="sng" w="25400">
            <a:solidFill>
              <a:schemeClr val="accent1"/>
            </a:solidFill>
            <a:prstDash val="solid"/>
            <a:round/>
            <a:headEnd len="sm" w="sm" type="none"/>
            <a:tailEnd len="sm" w="sm" type="none"/>
          </a:ln>
          <a:effectLst>
            <a:outerShdw blurRad="40000" rotWithShape="0" dir="5400000" dist="20000">
              <a:srgbClr val="000000">
                <a:alpha val="37647"/>
              </a:srgbClr>
            </a:outerShdw>
          </a:effectLst>
        </p:spPr>
      </p:cxnSp>
      <p:sp>
        <p:nvSpPr>
          <p:cNvPr descr="Google's Flutter framework spreads its wings and goes multi-platform |  TechCrunch" id="190" name="Google Shape;190;p14"/>
          <p:cNvSpPr/>
          <p:nvPr/>
        </p:nvSpPr>
        <p:spPr>
          <a:xfrm>
            <a:off x="155575" y="-144463"/>
            <a:ext cx="304800" cy="304801"/>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91" name="Google Shape;191;p14"/>
          <p:cNvSpPr/>
          <p:nvPr/>
        </p:nvSpPr>
        <p:spPr>
          <a:xfrm>
            <a:off x="235131" y="863590"/>
            <a:ext cx="7994469" cy="2585323"/>
          </a:xfrm>
          <a:prstGeom prst="rect">
            <a:avLst/>
          </a:prstGeom>
          <a:noFill/>
          <a:ln>
            <a:noFill/>
          </a:ln>
        </p:spPr>
        <p:txBody>
          <a:bodyPr anchorCtr="0" anchor="t" bIns="45700" lIns="91425" spcFirstLastPara="1" rIns="91425" wrap="square" tIns="45700">
            <a:spAutoFit/>
          </a:bodyPr>
          <a:lstStyle/>
          <a:p>
            <a:pPr indent="-285750" lvl="0" marL="285750" marR="0" rtl="0" algn="l">
              <a:spcBef>
                <a:spcPts val="0"/>
              </a:spcBef>
              <a:spcAft>
                <a:spcPts val="0"/>
              </a:spcAft>
              <a:buClr>
                <a:schemeClr val="dk1"/>
              </a:buClr>
              <a:buSzPts val="1800"/>
              <a:buFont typeface="Arial"/>
              <a:buChar char="•"/>
            </a:pPr>
            <a:r>
              <a:rPr lang="en-ID" sz="1800">
                <a:solidFill>
                  <a:schemeClr val="dk1"/>
                </a:solidFill>
                <a:latin typeface="Arial"/>
                <a:ea typeface="Arial"/>
                <a:cs typeface="Arial"/>
                <a:sym typeface="Arial"/>
              </a:rPr>
              <a:t>A </a:t>
            </a:r>
            <a:r>
              <a:rPr b="1" lang="en-ID" sz="1800">
                <a:solidFill>
                  <a:schemeClr val="dk1"/>
                </a:solidFill>
              </a:rPr>
              <a:t>future</a:t>
            </a:r>
            <a:r>
              <a:rPr lang="en-ID" sz="1800">
                <a:solidFill>
                  <a:schemeClr val="dk1"/>
                </a:solidFill>
                <a:latin typeface="Arial"/>
                <a:ea typeface="Arial"/>
                <a:cs typeface="Arial"/>
                <a:sym typeface="Arial"/>
              </a:rPr>
              <a:t> represents the </a:t>
            </a:r>
            <a:r>
              <a:rPr b="1" lang="en-ID" sz="1800">
                <a:solidFill>
                  <a:schemeClr val="dk1"/>
                </a:solidFill>
              </a:rPr>
              <a:t>result of an asynchronous operation</a:t>
            </a:r>
            <a:r>
              <a:rPr lang="en-ID" sz="1800">
                <a:solidFill>
                  <a:schemeClr val="dk1"/>
                </a:solidFill>
                <a:latin typeface="Arial"/>
                <a:ea typeface="Arial"/>
                <a:cs typeface="Arial"/>
                <a:sym typeface="Arial"/>
              </a:rPr>
              <a:t> </a:t>
            </a:r>
            <a:endParaRPr/>
          </a:p>
          <a:p>
            <a:pPr indent="-285750" lvl="0" marL="285750" marR="0" rtl="0" algn="l">
              <a:spcBef>
                <a:spcPts val="0"/>
              </a:spcBef>
              <a:spcAft>
                <a:spcPts val="0"/>
              </a:spcAft>
              <a:buClr>
                <a:srgbClr val="4A4A4A"/>
              </a:buClr>
              <a:buSzPts val="1800"/>
              <a:buFont typeface="Arial"/>
              <a:buChar char="•"/>
            </a:pPr>
            <a:r>
              <a:rPr lang="en-ID" sz="1800">
                <a:solidFill>
                  <a:srgbClr val="4A4A4A"/>
                </a:solidFill>
                <a:latin typeface="Roboto"/>
                <a:ea typeface="Roboto"/>
                <a:cs typeface="Roboto"/>
                <a:sym typeface="Roboto"/>
              </a:rPr>
              <a:t>A </a:t>
            </a:r>
            <a:r>
              <a:rPr lang="en-ID" sz="1800" u="sng">
                <a:solidFill>
                  <a:srgbClr val="1967D2"/>
                </a:solidFill>
                <a:latin typeface="Roboto"/>
                <a:ea typeface="Roboto"/>
                <a:cs typeface="Roboto"/>
                <a:sym typeface="Roboto"/>
                <a:hlinkClick r:id="rId4">
                  <a:extLst>
                    <a:ext uri="{A12FA001-AC4F-418D-AE19-62706E023703}">
                      <ahyp:hlinkClr val="tx"/>
                    </a:ext>
                  </a:extLst>
                </a:hlinkClick>
              </a:rPr>
              <a:t>Future&lt;</a:t>
            </a:r>
            <a:r>
              <a:rPr b="1" lang="en-ID" sz="1800" u="sng">
                <a:solidFill>
                  <a:srgbClr val="1967D2"/>
                </a:solidFill>
                <a:latin typeface="Roboto"/>
                <a:ea typeface="Roboto"/>
                <a:cs typeface="Roboto"/>
                <a:sym typeface="Roboto"/>
                <a:hlinkClick r:id="rId5">
                  <a:extLst>
                    <a:ext uri="{A12FA001-AC4F-418D-AE19-62706E023703}">
                      <ahyp:hlinkClr val="tx"/>
                    </a:ext>
                  </a:extLst>
                </a:hlinkClick>
              </a:rPr>
              <a:t>T</a:t>
            </a:r>
            <a:r>
              <a:rPr lang="en-ID" sz="1800" u="sng">
                <a:solidFill>
                  <a:srgbClr val="1967D2"/>
                </a:solidFill>
                <a:latin typeface="Roboto"/>
                <a:ea typeface="Roboto"/>
                <a:cs typeface="Roboto"/>
                <a:sym typeface="Roboto"/>
                <a:hlinkClick r:id="rId6">
                  <a:extLst>
                    <a:ext uri="{A12FA001-AC4F-418D-AE19-62706E023703}">
                      <ahyp:hlinkClr val="tx"/>
                    </a:ext>
                  </a:extLst>
                </a:hlinkClick>
              </a:rPr>
              <a:t>&gt;</a:t>
            </a:r>
            <a:r>
              <a:rPr lang="en-ID" sz="1800">
                <a:solidFill>
                  <a:srgbClr val="4A4A4A"/>
                </a:solidFill>
                <a:latin typeface="Roboto"/>
                <a:ea typeface="Roboto"/>
                <a:cs typeface="Roboto"/>
                <a:sym typeface="Roboto"/>
              </a:rPr>
              <a:t> instance produces a value of type </a:t>
            </a:r>
            <a:r>
              <a:rPr b="1" lang="en-ID" sz="1800">
                <a:solidFill>
                  <a:srgbClr val="4A4A4A"/>
                </a:solidFill>
                <a:latin typeface="Roboto"/>
                <a:ea typeface="Roboto"/>
                <a:cs typeface="Roboto"/>
                <a:sym typeface="Roboto"/>
              </a:rPr>
              <a:t>T</a:t>
            </a:r>
            <a:r>
              <a:rPr lang="en-ID" sz="1800">
                <a:solidFill>
                  <a:srgbClr val="4A4A4A"/>
                </a:solidFill>
                <a:latin typeface="Roboto"/>
                <a:ea typeface="Roboto"/>
                <a:cs typeface="Roboto"/>
                <a:sym typeface="Roboto"/>
              </a:rPr>
              <a:t>.</a:t>
            </a:r>
            <a:endParaRPr/>
          </a:p>
          <a:p>
            <a:pPr indent="-285750" lvl="0" marL="285750" marR="0" rtl="0" algn="l">
              <a:spcBef>
                <a:spcPts val="0"/>
              </a:spcBef>
              <a:spcAft>
                <a:spcPts val="0"/>
              </a:spcAft>
              <a:buClr>
                <a:srgbClr val="4A4A4A"/>
              </a:buClr>
              <a:buSzPts val="1800"/>
              <a:buFont typeface="Arial"/>
              <a:buChar char="•"/>
            </a:pPr>
            <a:r>
              <a:rPr lang="en-ID" sz="1800">
                <a:solidFill>
                  <a:srgbClr val="4A4A4A"/>
                </a:solidFill>
                <a:latin typeface="Roboto"/>
                <a:ea typeface="Roboto"/>
                <a:cs typeface="Roboto"/>
                <a:sym typeface="Roboto"/>
              </a:rPr>
              <a:t>If a future doesn’t produce a usable value, then the future’s type is </a:t>
            </a:r>
            <a:r>
              <a:rPr lang="en-ID" sz="1800">
                <a:solidFill>
                  <a:srgbClr val="4A4A4A"/>
                </a:solidFill>
                <a:latin typeface="Consolas"/>
                <a:ea typeface="Consolas"/>
                <a:cs typeface="Consolas"/>
                <a:sym typeface="Consolas"/>
              </a:rPr>
              <a:t>Future&lt;void&gt;</a:t>
            </a:r>
            <a:r>
              <a:rPr lang="en-ID" sz="1800">
                <a:solidFill>
                  <a:srgbClr val="4A4A4A"/>
                </a:solidFill>
                <a:latin typeface="Roboto"/>
                <a:ea typeface="Roboto"/>
                <a:cs typeface="Roboto"/>
                <a:sym typeface="Roboto"/>
              </a:rPr>
              <a:t>.</a:t>
            </a:r>
            <a:endParaRPr/>
          </a:p>
          <a:p>
            <a:pPr indent="-285750" lvl="0" marL="285750" marR="0" rtl="0" algn="l">
              <a:spcBef>
                <a:spcPts val="0"/>
              </a:spcBef>
              <a:spcAft>
                <a:spcPts val="0"/>
              </a:spcAft>
              <a:buClr>
                <a:srgbClr val="4A4A4A"/>
              </a:buClr>
              <a:buSzPts val="1800"/>
              <a:buFont typeface="Arial"/>
              <a:buChar char="•"/>
            </a:pPr>
            <a:r>
              <a:rPr lang="en-ID" sz="1800">
                <a:solidFill>
                  <a:srgbClr val="4A4A4A"/>
                </a:solidFill>
                <a:latin typeface="Roboto"/>
                <a:ea typeface="Roboto"/>
                <a:cs typeface="Roboto"/>
                <a:sym typeface="Roboto"/>
              </a:rPr>
              <a:t>A future can be in one of two states: </a:t>
            </a:r>
            <a:r>
              <a:rPr b="1" lang="en-ID" sz="1800">
                <a:solidFill>
                  <a:srgbClr val="4A4A4A"/>
                </a:solidFill>
                <a:latin typeface="Roboto"/>
                <a:ea typeface="Roboto"/>
                <a:cs typeface="Roboto"/>
                <a:sym typeface="Roboto"/>
              </a:rPr>
              <a:t>uncompleted or completed</a:t>
            </a:r>
            <a:r>
              <a:rPr lang="en-ID" sz="1800">
                <a:solidFill>
                  <a:srgbClr val="4A4A4A"/>
                </a:solidFill>
                <a:latin typeface="Roboto"/>
                <a:ea typeface="Roboto"/>
                <a:cs typeface="Roboto"/>
                <a:sym typeface="Roboto"/>
              </a:rPr>
              <a:t>.</a:t>
            </a:r>
            <a:endParaRPr/>
          </a:p>
          <a:p>
            <a:pPr indent="-285750" lvl="0" marL="285750" marR="0" rtl="0" algn="l">
              <a:spcBef>
                <a:spcPts val="0"/>
              </a:spcBef>
              <a:spcAft>
                <a:spcPts val="0"/>
              </a:spcAft>
              <a:buClr>
                <a:srgbClr val="4A4A4A"/>
              </a:buClr>
              <a:buSzPts val="1800"/>
              <a:buFont typeface="Arial"/>
              <a:buChar char="•"/>
            </a:pPr>
            <a:r>
              <a:rPr lang="en-ID" sz="1800">
                <a:solidFill>
                  <a:srgbClr val="4A4A4A"/>
                </a:solidFill>
                <a:latin typeface="Roboto"/>
                <a:ea typeface="Roboto"/>
                <a:cs typeface="Roboto"/>
                <a:sym typeface="Roboto"/>
              </a:rPr>
              <a:t>When you call a function that returns a future, the function queues up work to be done and returns an uncompleted future.</a:t>
            </a:r>
            <a:endParaRPr/>
          </a:p>
          <a:p>
            <a:pPr indent="-285750" lvl="0" marL="285750" marR="0" rtl="0" algn="l">
              <a:spcBef>
                <a:spcPts val="0"/>
              </a:spcBef>
              <a:spcAft>
                <a:spcPts val="0"/>
              </a:spcAft>
              <a:buClr>
                <a:srgbClr val="4A4A4A"/>
              </a:buClr>
              <a:buSzPts val="1800"/>
              <a:buFont typeface="Arial"/>
              <a:buChar char="•"/>
            </a:pPr>
            <a:r>
              <a:rPr lang="en-ID" sz="1800">
                <a:solidFill>
                  <a:srgbClr val="4A4A4A"/>
                </a:solidFill>
                <a:latin typeface="Roboto"/>
                <a:ea typeface="Roboto"/>
                <a:cs typeface="Roboto"/>
                <a:sym typeface="Roboto"/>
              </a:rPr>
              <a:t>When a future’s operation finishes, the future completes with a value or with an error.</a:t>
            </a:r>
            <a:endParaRPr b="0" i="0" sz="1800" u="none" strike="noStrike">
              <a:solidFill>
                <a:srgbClr val="4A4A4A"/>
              </a:solidFill>
              <a:latin typeface="Roboto"/>
              <a:ea typeface="Roboto"/>
              <a:cs typeface="Roboto"/>
              <a:sym typeface="Roboto"/>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95" name="Shape 195"/>
        <p:cNvGrpSpPr/>
        <p:nvPr/>
      </p:nvGrpSpPr>
      <p:grpSpPr>
        <a:xfrm>
          <a:off x="0" y="0"/>
          <a:ext cx="0" cy="0"/>
          <a:chOff x="0" y="0"/>
          <a:chExt cx="0" cy="0"/>
        </a:xfrm>
      </p:grpSpPr>
      <p:sp>
        <p:nvSpPr>
          <p:cNvPr id="196" name="Google Shape;196;p15"/>
          <p:cNvSpPr txBox="1"/>
          <p:nvPr>
            <p:ph type="title"/>
          </p:nvPr>
        </p:nvSpPr>
        <p:spPr>
          <a:xfrm>
            <a:off x="0" y="0"/>
            <a:ext cx="8229600" cy="576943"/>
          </a:xfrm>
          <a:prstGeom prst="rect">
            <a:avLst/>
          </a:prstGeom>
          <a:noFill/>
          <a:ln>
            <a:noFill/>
          </a:ln>
        </p:spPr>
        <p:txBody>
          <a:bodyPr anchorCtr="0" anchor="ctr" bIns="45700" lIns="91425" spcFirstLastPara="1" rIns="91425" wrap="square" tIns="45700">
            <a:normAutofit fontScale="90000"/>
          </a:bodyPr>
          <a:lstStyle/>
          <a:p>
            <a:pPr indent="0" lvl="0" marL="0" rtl="0" algn="l">
              <a:spcBef>
                <a:spcPts val="0"/>
              </a:spcBef>
              <a:spcAft>
                <a:spcPts val="0"/>
              </a:spcAft>
              <a:buClr>
                <a:srgbClr val="000090"/>
              </a:buClr>
              <a:buSzPct val="100000"/>
              <a:buFont typeface="Arial"/>
              <a:buNone/>
            </a:pPr>
            <a:r>
              <a:rPr b="1" lang="en-ID" sz="3600">
                <a:solidFill>
                  <a:srgbClr val="000090"/>
                </a:solidFill>
              </a:rPr>
              <a:t>Future and then </a:t>
            </a:r>
            <a:endParaRPr/>
          </a:p>
        </p:txBody>
      </p:sp>
      <p:cxnSp>
        <p:nvCxnSpPr>
          <p:cNvPr id="197" name="Google Shape;197;p15"/>
          <p:cNvCxnSpPr/>
          <p:nvPr/>
        </p:nvCxnSpPr>
        <p:spPr>
          <a:xfrm>
            <a:off x="0" y="576943"/>
            <a:ext cx="7336971" cy="1588"/>
          </a:xfrm>
          <a:prstGeom prst="straightConnector1">
            <a:avLst/>
          </a:prstGeom>
          <a:noFill/>
          <a:ln cap="flat" cmpd="sng" w="25400">
            <a:solidFill>
              <a:schemeClr val="accent1"/>
            </a:solidFill>
            <a:prstDash val="solid"/>
            <a:round/>
            <a:headEnd len="sm" w="sm" type="none"/>
            <a:tailEnd len="sm" w="sm" type="none"/>
          </a:ln>
          <a:effectLst>
            <a:outerShdw blurRad="40000" rotWithShape="0" dir="5400000" dist="20000">
              <a:srgbClr val="000000">
                <a:alpha val="37647"/>
              </a:srgbClr>
            </a:outerShdw>
          </a:effectLst>
        </p:spPr>
      </p:cxnSp>
      <p:sp>
        <p:nvSpPr>
          <p:cNvPr descr="Google's Flutter framework spreads its wings and goes multi-platform |  TechCrunch" id="198" name="Google Shape;198;p15"/>
          <p:cNvSpPr/>
          <p:nvPr/>
        </p:nvSpPr>
        <p:spPr>
          <a:xfrm>
            <a:off x="155575" y="-144463"/>
            <a:ext cx="304800" cy="304801"/>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99" name="Google Shape;199;p15"/>
          <p:cNvSpPr/>
          <p:nvPr/>
        </p:nvSpPr>
        <p:spPr>
          <a:xfrm>
            <a:off x="235131" y="863590"/>
            <a:ext cx="7994469" cy="646331"/>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ID" sz="1800">
                <a:solidFill>
                  <a:schemeClr val="dk1"/>
                </a:solidFill>
                <a:latin typeface="Consolas"/>
                <a:ea typeface="Consolas"/>
                <a:cs typeface="Consolas"/>
                <a:sym typeface="Consolas"/>
              </a:rPr>
              <a:t>then</a:t>
            </a:r>
            <a:r>
              <a:rPr lang="en-ID" sz="1800">
                <a:solidFill>
                  <a:schemeClr val="dk1"/>
                </a:solidFill>
                <a:latin typeface="Arial"/>
                <a:ea typeface="Arial"/>
                <a:cs typeface="Arial"/>
                <a:sym typeface="Arial"/>
              </a:rPr>
              <a:t> is used for using the future value when the asynchronous process finishes.</a:t>
            </a:r>
            <a:endParaRPr/>
          </a:p>
        </p:txBody>
      </p:sp>
      <p:pic>
        <p:nvPicPr>
          <p:cNvPr id="200" name="Google Shape;200;p15"/>
          <p:cNvPicPr preferRelativeResize="0"/>
          <p:nvPr/>
        </p:nvPicPr>
        <p:blipFill rotWithShape="1">
          <a:blip r:embed="rId4">
            <a:alphaModFix/>
          </a:blip>
          <a:srcRect b="0" l="0" r="0" t="0"/>
          <a:stretch/>
        </p:blipFill>
        <p:spPr>
          <a:xfrm>
            <a:off x="1538287" y="1553656"/>
            <a:ext cx="4468503" cy="3170743"/>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204" name="Shape 204"/>
        <p:cNvGrpSpPr/>
        <p:nvPr/>
      </p:nvGrpSpPr>
      <p:grpSpPr>
        <a:xfrm>
          <a:off x="0" y="0"/>
          <a:ext cx="0" cy="0"/>
          <a:chOff x="0" y="0"/>
          <a:chExt cx="0" cy="0"/>
        </a:xfrm>
      </p:grpSpPr>
      <p:sp>
        <p:nvSpPr>
          <p:cNvPr id="205" name="Google Shape;205;p16"/>
          <p:cNvSpPr txBox="1"/>
          <p:nvPr>
            <p:ph type="title"/>
          </p:nvPr>
        </p:nvSpPr>
        <p:spPr>
          <a:xfrm>
            <a:off x="3567544" y="2180036"/>
            <a:ext cx="5424055" cy="752509"/>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rgbClr val="DAE5F1"/>
              </a:buClr>
              <a:buSzPts val="6000"/>
              <a:buFont typeface="Arial"/>
              <a:buNone/>
            </a:pPr>
            <a:r>
              <a:rPr lang="en-ID" sz="6000">
                <a:solidFill>
                  <a:srgbClr val="DAE5F1"/>
                </a:solidFill>
              </a:rPr>
              <a:t>LOGIN</a:t>
            </a:r>
            <a:endParaRPr b="1" sz="6000">
              <a:solidFill>
                <a:srgbClr val="DAE5F1"/>
              </a:solidFill>
            </a:endParaRPr>
          </a:p>
        </p:txBody>
      </p:sp>
      <p:sp>
        <p:nvSpPr>
          <p:cNvPr id="206" name="Google Shape;206;p16"/>
          <p:cNvSpPr txBox="1"/>
          <p:nvPr/>
        </p:nvSpPr>
        <p:spPr>
          <a:xfrm>
            <a:off x="1627907" y="2012758"/>
            <a:ext cx="1789545" cy="1391101"/>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Clr>
                <a:srgbClr val="538CD5"/>
              </a:buClr>
              <a:buSzPts val="8000"/>
              <a:buFont typeface="Arial"/>
              <a:buNone/>
            </a:pPr>
            <a:r>
              <a:rPr b="1" lang="en-ID" sz="8000" cap="none">
                <a:solidFill>
                  <a:srgbClr val="538CD5"/>
                </a:solidFill>
                <a:latin typeface="Arial"/>
                <a:ea typeface="Arial"/>
                <a:cs typeface="Arial"/>
                <a:sym typeface="Arial"/>
              </a:rPr>
              <a:t>03</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210" name="Shape 210"/>
        <p:cNvGrpSpPr/>
        <p:nvPr/>
      </p:nvGrpSpPr>
      <p:grpSpPr>
        <a:xfrm>
          <a:off x="0" y="0"/>
          <a:ext cx="0" cy="0"/>
          <a:chOff x="0" y="0"/>
          <a:chExt cx="0" cy="0"/>
        </a:xfrm>
      </p:grpSpPr>
      <p:sp>
        <p:nvSpPr>
          <p:cNvPr id="211" name="Google Shape;211;p17"/>
          <p:cNvSpPr txBox="1"/>
          <p:nvPr>
            <p:ph type="title"/>
          </p:nvPr>
        </p:nvSpPr>
        <p:spPr>
          <a:xfrm>
            <a:off x="0" y="0"/>
            <a:ext cx="8229600" cy="576943"/>
          </a:xfrm>
          <a:prstGeom prst="rect">
            <a:avLst/>
          </a:prstGeom>
          <a:noFill/>
          <a:ln>
            <a:noFill/>
          </a:ln>
        </p:spPr>
        <p:txBody>
          <a:bodyPr anchorCtr="0" anchor="ctr" bIns="45700" lIns="91425" spcFirstLastPara="1" rIns="91425" wrap="square" tIns="45700">
            <a:normAutofit fontScale="90000"/>
          </a:bodyPr>
          <a:lstStyle/>
          <a:p>
            <a:pPr indent="0" lvl="0" marL="0" rtl="0" algn="l">
              <a:spcBef>
                <a:spcPts val="0"/>
              </a:spcBef>
              <a:spcAft>
                <a:spcPts val="0"/>
              </a:spcAft>
              <a:buClr>
                <a:srgbClr val="000090"/>
              </a:buClr>
              <a:buSzPct val="100000"/>
              <a:buFont typeface="Arial"/>
              <a:buNone/>
            </a:pPr>
            <a:r>
              <a:rPr b="1" lang="en-ID" sz="3600">
                <a:solidFill>
                  <a:srgbClr val="000090"/>
                </a:solidFill>
              </a:rPr>
              <a:t> Login screen</a:t>
            </a:r>
            <a:endParaRPr/>
          </a:p>
        </p:txBody>
      </p:sp>
      <p:cxnSp>
        <p:nvCxnSpPr>
          <p:cNvPr id="212" name="Google Shape;212;p17"/>
          <p:cNvCxnSpPr/>
          <p:nvPr/>
        </p:nvCxnSpPr>
        <p:spPr>
          <a:xfrm>
            <a:off x="0" y="576943"/>
            <a:ext cx="7336971" cy="1588"/>
          </a:xfrm>
          <a:prstGeom prst="straightConnector1">
            <a:avLst/>
          </a:prstGeom>
          <a:noFill/>
          <a:ln cap="flat" cmpd="sng" w="25400">
            <a:solidFill>
              <a:schemeClr val="accent1"/>
            </a:solidFill>
            <a:prstDash val="solid"/>
            <a:round/>
            <a:headEnd len="sm" w="sm" type="none"/>
            <a:tailEnd len="sm" w="sm" type="none"/>
          </a:ln>
          <a:effectLst>
            <a:outerShdw blurRad="40000" rotWithShape="0" dir="5400000" dist="20000">
              <a:srgbClr val="000000">
                <a:alpha val="37647"/>
              </a:srgbClr>
            </a:outerShdw>
          </a:effectLst>
        </p:spPr>
      </p:cxnSp>
      <p:sp>
        <p:nvSpPr>
          <p:cNvPr id="213" name="Google Shape;213;p17"/>
          <p:cNvSpPr txBox="1"/>
          <p:nvPr>
            <p:ph idx="1" type="body"/>
          </p:nvPr>
        </p:nvSpPr>
        <p:spPr>
          <a:xfrm>
            <a:off x="460375" y="817124"/>
            <a:ext cx="8151997" cy="3968632"/>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1000"/>
              <a:buNone/>
            </a:pPr>
            <a:r>
              <a:rPr lang="en-ID" sz="1000"/>
              <a:t>We will prepare a new screen for the login form. It uses stateful type and has structure like myApp. Add these codes on main.dart (or, if you want to tidy up your code, create a new file, login.dart)</a:t>
            </a:r>
            <a:endParaRPr sz="1000">
              <a:solidFill>
                <a:srgbClr val="FF0000"/>
              </a:solidFill>
              <a:latin typeface="Consolas"/>
              <a:ea typeface="Consolas"/>
              <a:cs typeface="Consolas"/>
              <a:sym typeface="Consolas"/>
            </a:endParaRPr>
          </a:p>
          <a:p>
            <a:pPr indent="0" lvl="0" marL="0" rtl="0" algn="l">
              <a:spcBef>
                <a:spcPts val="0"/>
              </a:spcBef>
              <a:spcAft>
                <a:spcPts val="0"/>
              </a:spcAft>
              <a:buClr>
                <a:srgbClr val="FF0000"/>
              </a:buClr>
              <a:buSzPts val="1000"/>
              <a:buNone/>
            </a:pPr>
            <a:r>
              <a:rPr lang="en-ID" sz="1000">
                <a:solidFill>
                  <a:srgbClr val="FF0000"/>
                </a:solidFill>
                <a:latin typeface="Consolas"/>
                <a:ea typeface="Consolas"/>
                <a:cs typeface="Consolas"/>
                <a:sym typeface="Consolas"/>
              </a:rPr>
              <a:t>import 'package:flutter/material.dart';</a:t>
            </a:r>
            <a:endParaRPr/>
          </a:p>
          <a:p>
            <a:pPr indent="0" lvl="0" marL="0" rtl="0" algn="l">
              <a:spcBef>
                <a:spcPts val="0"/>
              </a:spcBef>
              <a:spcAft>
                <a:spcPts val="0"/>
              </a:spcAft>
              <a:buClr>
                <a:schemeClr val="dk1"/>
              </a:buClr>
              <a:buSzPts val="1000"/>
              <a:buNone/>
            </a:pPr>
            <a:r>
              <a:t/>
            </a:r>
            <a:endParaRPr sz="1000">
              <a:solidFill>
                <a:srgbClr val="FF0000"/>
              </a:solidFill>
              <a:latin typeface="Consolas"/>
              <a:ea typeface="Consolas"/>
              <a:cs typeface="Consolas"/>
              <a:sym typeface="Consolas"/>
            </a:endParaRPr>
          </a:p>
          <a:p>
            <a:pPr indent="0" lvl="0" marL="0" rtl="0" algn="l">
              <a:spcBef>
                <a:spcPts val="0"/>
              </a:spcBef>
              <a:spcAft>
                <a:spcPts val="0"/>
              </a:spcAft>
              <a:buClr>
                <a:srgbClr val="FF0000"/>
              </a:buClr>
              <a:buSzPts val="800"/>
              <a:buNone/>
            </a:pPr>
            <a:r>
              <a:rPr lang="en-ID" sz="800">
                <a:solidFill>
                  <a:srgbClr val="FF0000"/>
                </a:solidFill>
                <a:latin typeface="Consolas"/>
                <a:ea typeface="Consolas"/>
                <a:cs typeface="Consolas"/>
                <a:sym typeface="Consolas"/>
              </a:rPr>
              <a:t>class MyLogin extends StatelessWidget {</a:t>
            </a:r>
            <a:endParaRPr/>
          </a:p>
          <a:p>
            <a:pPr indent="0" lvl="0" marL="0" rtl="0" algn="l">
              <a:spcBef>
                <a:spcPts val="0"/>
              </a:spcBef>
              <a:spcAft>
                <a:spcPts val="0"/>
              </a:spcAft>
              <a:buClr>
                <a:srgbClr val="FF0000"/>
              </a:buClr>
              <a:buSzPts val="800"/>
              <a:buNone/>
            </a:pPr>
            <a:r>
              <a:rPr lang="en-ID" sz="800">
                <a:solidFill>
                  <a:srgbClr val="FF0000"/>
                </a:solidFill>
                <a:latin typeface="Consolas"/>
                <a:ea typeface="Consolas"/>
                <a:cs typeface="Consolas"/>
                <a:sym typeface="Consolas"/>
              </a:rPr>
              <a:t>  @override</a:t>
            </a:r>
            <a:endParaRPr/>
          </a:p>
          <a:p>
            <a:pPr indent="0" lvl="0" marL="0" rtl="0" algn="l">
              <a:spcBef>
                <a:spcPts val="0"/>
              </a:spcBef>
              <a:spcAft>
                <a:spcPts val="0"/>
              </a:spcAft>
              <a:buClr>
                <a:srgbClr val="FF0000"/>
              </a:buClr>
              <a:buSzPts val="800"/>
              <a:buNone/>
            </a:pPr>
            <a:r>
              <a:rPr lang="en-ID" sz="800">
                <a:solidFill>
                  <a:srgbClr val="FF0000"/>
                </a:solidFill>
                <a:latin typeface="Consolas"/>
                <a:ea typeface="Consolas"/>
                <a:cs typeface="Consolas"/>
                <a:sym typeface="Consolas"/>
              </a:rPr>
              <a:t>  Widget build(BuildContext context) {</a:t>
            </a:r>
            <a:endParaRPr/>
          </a:p>
          <a:p>
            <a:pPr indent="0" lvl="0" marL="0" rtl="0" algn="l">
              <a:spcBef>
                <a:spcPts val="0"/>
              </a:spcBef>
              <a:spcAft>
                <a:spcPts val="0"/>
              </a:spcAft>
              <a:buClr>
                <a:srgbClr val="FF0000"/>
              </a:buClr>
              <a:buSzPts val="800"/>
              <a:buNone/>
            </a:pPr>
            <a:r>
              <a:rPr lang="en-ID" sz="800">
                <a:solidFill>
                  <a:srgbClr val="FF0000"/>
                </a:solidFill>
                <a:latin typeface="Consolas"/>
                <a:ea typeface="Consolas"/>
                <a:cs typeface="Consolas"/>
                <a:sym typeface="Consolas"/>
              </a:rPr>
              <a:t>    return MaterialApp(</a:t>
            </a:r>
            <a:endParaRPr/>
          </a:p>
          <a:p>
            <a:pPr indent="0" lvl="0" marL="0" rtl="0" algn="l">
              <a:spcBef>
                <a:spcPts val="0"/>
              </a:spcBef>
              <a:spcAft>
                <a:spcPts val="0"/>
              </a:spcAft>
              <a:buClr>
                <a:srgbClr val="FF0000"/>
              </a:buClr>
              <a:buSzPts val="800"/>
              <a:buNone/>
            </a:pPr>
            <a:r>
              <a:rPr lang="en-ID" sz="800">
                <a:solidFill>
                  <a:srgbClr val="FF0000"/>
                </a:solidFill>
                <a:latin typeface="Consolas"/>
                <a:ea typeface="Consolas"/>
                <a:cs typeface="Consolas"/>
                <a:sym typeface="Consolas"/>
              </a:rPr>
              <a:t>      title: 'Flutter Demo',</a:t>
            </a:r>
            <a:endParaRPr/>
          </a:p>
          <a:p>
            <a:pPr indent="0" lvl="0" marL="0" rtl="0" algn="l">
              <a:spcBef>
                <a:spcPts val="0"/>
              </a:spcBef>
              <a:spcAft>
                <a:spcPts val="0"/>
              </a:spcAft>
              <a:buClr>
                <a:srgbClr val="FF0000"/>
              </a:buClr>
              <a:buSzPts val="800"/>
              <a:buNone/>
            </a:pPr>
            <a:r>
              <a:rPr lang="en-ID" sz="800">
                <a:solidFill>
                  <a:srgbClr val="FF0000"/>
                </a:solidFill>
                <a:latin typeface="Consolas"/>
                <a:ea typeface="Consolas"/>
                <a:cs typeface="Consolas"/>
                <a:sym typeface="Consolas"/>
              </a:rPr>
              <a:t>      theme: ThemeData(</a:t>
            </a:r>
            <a:endParaRPr/>
          </a:p>
          <a:p>
            <a:pPr indent="0" lvl="0" marL="0" rtl="0" algn="l">
              <a:spcBef>
                <a:spcPts val="0"/>
              </a:spcBef>
              <a:spcAft>
                <a:spcPts val="0"/>
              </a:spcAft>
              <a:buClr>
                <a:srgbClr val="FF0000"/>
              </a:buClr>
              <a:buSzPts val="800"/>
              <a:buNone/>
            </a:pPr>
            <a:r>
              <a:rPr lang="en-ID" sz="800">
                <a:solidFill>
                  <a:srgbClr val="FF0000"/>
                </a:solidFill>
                <a:latin typeface="Consolas"/>
                <a:ea typeface="Consolas"/>
                <a:cs typeface="Consolas"/>
                <a:sym typeface="Consolas"/>
              </a:rPr>
              <a:t>        primarySwatch: Colors.blue,</a:t>
            </a:r>
            <a:endParaRPr/>
          </a:p>
          <a:p>
            <a:pPr indent="0" lvl="0" marL="0" rtl="0" algn="l">
              <a:spcBef>
                <a:spcPts val="0"/>
              </a:spcBef>
              <a:spcAft>
                <a:spcPts val="0"/>
              </a:spcAft>
              <a:buClr>
                <a:srgbClr val="FF0000"/>
              </a:buClr>
              <a:buSzPts val="800"/>
              <a:buNone/>
            </a:pPr>
            <a:r>
              <a:rPr lang="en-ID" sz="800">
                <a:solidFill>
                  <a:srgbClr val="FF0000"/>
                </a:solidFill>
                <a:latin typeface="Consolas"/>
                <a:ea typeface="Consolas"/>
                <a:cs typeface="Consolas"/>
                <a:sym typeface="Consolas"/>
              </a:rPr>
              <a:t>      ),</a:t>
            </a:r>
            <a:endParaRPr/>
          </a:p>
          <a:p>
            <a:pPr indent="0" lvl="0" marL="0" rtl="0" algn="l">
              <a:spcBef>
                <a:spcPts val="0"/>
              </a:spcBef>
              <a:spcAft>
                <a:spcPts val="0"/>
              </a:spcAft>
              <a:buClr>
                <a:srgbClr val="FF0000"/>
              </a:buClr>
              <a:buSzPts val="800"/>
              <a:buNone/>
            </a:pPr>
            <a:r>
              <a:rPr lang="en-ID" sz="800">
                <a:solidFill>
                  <a:srgbClr val="FF0000"/>
                </a:solidFill>
                <a:latin typeface="Consolas"/>
                <a:ea typeface="Consolas"/>
                <a:cs typeface="Consolas"/>
                <a:sym typeface="Consolas"/>
              </a:rPr>
              <a:t>      home: Login(),</a:t>
            </a:r>
            <a:endParaRPr/>
          </a:p>
          <a:p>
            <a:pPr indent="0" lvl="0" marL="0" rtl="0" algn="l">
              <a:spcBef>
                <a:spcPts val="0"/>
              </a:spcBef>
              <a:spcAft>
                <a:spcPts val="0"/>
              </a:spcAft>
              <a:buClr>
                <a:srgbClr val="FF0000"/>
              </a:buClr>
              <a:buSzPts val="800"/>
              <a:buNone/>
            </a:pPr>
            <a:r>
              <a:rPr lang="en-ID" sz="800">
                <a:solidFill>
                  <a:srgbClr val="FF0000"/>
                </a:solidFill>
                <a:latin typeface="Consolas"/>
                <a:ea typeface="Consolas"/>
                <a:cs typeface="Consolas"/>
                <a:sym typeface="Consolas"/>
              </a:rPr>
              <a:t>    );</a:t>
            </a:r>
            <a:endParaRPr/>
          </a:p>
          <a:p>
            <a:pPr indent="0" lvl="0" marL="0" rtl="0" algn="l">
              <a:spcBef>
                <a:spcPts val="0"/>
              </a:spcBef>
              <a:spcAft>
                <a:spcPts val="0"/>
              </a:spcAft>
              <a:buClr>
                <a:srgbClr val="FF0000"/>
              </a:buClr>
              <a:buSzPts val="800"/>
              <a:buNone/>
            </a:pPr>
            <a:r>
              <a:rPr lang="en-ID" sz="800">
                <a:solidFill>
                  <a:srgbClr val="FF0000"/>
                </a:solidFill>
                <a:latin typeface="Consolas"/>
                <a:ea typeface="Consolas"/>
                <a:cs typeface="Consolas"/>
                <a:sym typeface="Consolas"/>
              </a:rPr>
              <a:t>  }</a:t>
            </a:r>
            <a:endParaRPr/>
          </a:p>
          <a:p>
            <a:pPr indent="0" lvl="0" marL="0" rtl="0" algn="l">
              <a:spcBef>
                <a:spcPts val="0"/>
              </a:spcBef>
              <a:spcAft>
                <a:spcPts val="0"/>
              </a:spcAft>
              <a:buClr>
                <a:srgbClr val="FF0000"/>
              </a:buClr>
              <a:buSzPts val="800"/>
              <a:buNone/>
            </a:pPr>
            <a:r>
              <a:rPr lang="en-ID" sz="800">
                <a:solidFill>
                  <a:srgbClr val="FF0000"/>
                </a:solidFill>
                <a:latin typeface="Consolas"/>
                <a:ea typeface="Consolas"/>
                <a:cs typeface="Consolas"/>
                <a:sym typeface="Consolas"/>
              </a:rPr>
              <a:t>}</a:t>
            </a:r>
            <a:endParaRPr/>
          </a:p>
          <a:p>
            <a:pPr indent="0" lvl="0" marL="0" rtl="0" algn="l">
              <a:spcBef>
                <a:spcPts val="0"/>
              </a:spcBef>
              <a:spcAft>
                <a:spcPts val="0"/>
              </a:spcAft>
              <a:buClr>
                <a:schemeClr val="dk1"/>
              </a:buClr>
              <a:buSzPts val="800"/>
              <a:buNone/>
            </a:pPr>
            <a:r>
              <a:t/>
            </a:r>
            <a:endParaRPr sz="800">
              <a:solidFill>
                <a:srgbClr val="FF0000"/>
              </a:solidFill>
              <a:latin typeface="Consolas"/>
              <a:ea typeface="Consolas"/>
              <a:cs typeface="Consolas"/>
              <a:sym typeface="Consolas"/>
            </a:endParaRPr>
          </a:p>
          <a:p>
            <a:pPr indent="0" lvl="0" marL="0" rtl="0" algn="l">
              <a:spcBef>
                <a:spcPts val="0"/>
              </a:spcBef>
              <a:spcAft>
                <a:spcPts val="0"/>
              </a:spcAft>
              <a:buClr>
                <a:srgbClr val="FF0000"/>
              </a:buClr>
              <a:buSzPts val="800"/>
              <a:buNone/>
            </a:pPr>
            <a:r>
              <a:rPr lang="en-ID" sz="800">
                <a:solidFill>
                  <a:srgbClr val="FF0000"/>
                </a:solidFill>
                <a:latin typeface="Consolas"/>
                <a:ea typeface="Consolas"/>
                <a:cs typeface="Consolas"/>
                <a:sym typeface="Consolas"/>
              </a:rPr>
              <a:t>class Login extends StatefulWidget {</a:t>
            </a:r>
            <a:endParaRPr/>
          </a:p>
          <a:p>
            <a:pPr indent="0" lvl="0" marL="0" rtl="0" algn="l">
              <a:spcBef>
                <a:spcPts val="0"/>
              </a:spcBef>
              <a:spcAft>
                <a:spcPts val="0"/>
              </a:spcAft>
              <a:buClr>
                <a:srgbClr val="FF0000"/>
              </a:buClr>
              <a:buSzPts val="800"/>
              <a:buNone/>
            </a:pPr>
            <a:r>
              <a:rPr lang="en-ID" sz="800">
                <a:solidFill>
                  <a:srgbClr val="FF0000"/>
                </a:solidFill>
                <a:latin typeface="Consolas"/>
                <a:ea typeface="Consolas"/>
                <a:cs typeface="Consolas"/>
                <a:sym typeface="Consolas"/>
              </a:rPr>
              <a:t>  @override</a:t>
            </a:r>
            <a:endParaRPr/>
          </a:p>
          <a:p>
            <a:pPr indent="0" lvl="0" marL="0" rtl="0" algn="l">
              <a:spcBef>
                <a:spcPts val="0"/>
              </a:spcBef>
              <a:spcAft>
                <a:spcPts val="0"/>
              </a:spcAft>
              <a:buClr>
                <a:srgbClr val="FF0000"/>
              </a:buClr>
              <a:buSzPts val="800"/>
              <a:buNone/>
            </a:pPr>
            <a:r>
              <a:rPr lang="en-ID" sz="800">
                <a:solidFill>
                  <a:srgbClr val="FF0000"/>
                </a:solidFill>
                <a:latin typeface="Consolas"/>
                <a:ea typeface="Consolas"/>
                <a:cs typeface="Consolas"/>
                <a:sym typeface="Consolas"/>
              </a:rPr>
              <a:t>  State&lt;StatefulWidget&gt; createState() {</a:t>
            </a:r>
            <a:endParaRPr/>
          </a:p>
          <a:p>
            <a:pPr indent="0" lvl="0" marL="0" rtl="0" algn="l">
              <a:spcBef>
                <a:spcPts val="0"/>
              </a:spcBef>
              <a:spcAft>
                <a:spcPts val="0"/>
              </a:spcAft>
              <a:buClr>
                <a:srgbClr val="FF0000"/>
              </a:buClr>
              <a:buSzPts val="800"/>
              <a:buNone/>
            </a:pPr>
            <a:r>
              <a:rPr lang="en-ID" sz="800">
                <a:solidFill>
                  <a:srgbClr val="FF0000"/>
                </a:solidFill>
                <a:latin typeface="Consolas"/>
                <a:ea typeface="Consolas"/>
                <a:cs typeface="Consolas"/>
                <a:sym typeface="Consolas"/>
              </a:rPr>
              <a:t>    return _LoginState();</a:t>
            </a:r>
            <a:endParaRPr/>
          </a:p>
          <a:p>
            <a:pPr indent="0" lvl="0" marL="0" rtl="0" algn="l">
              <a:spcBef>
                <a:spcPts val="0"/>
              </a:spcBef>
              <a:spcAft>
                <a:spcPts val="0"/>
              </a:spcAft>
              <a:buClr>
                <a:srgbClr val="FF0000"/>
              </a:buClr>
              <a:buSzPts val="800"/>
              <a:buNone/>
            </a:pPr>
            <a:r>
              <a:rPr lang="en-ID" sz="800">
                <a:solidFill>
                  <a:srgbClr val="FF0000"/>
                </a:solidFill>
                <a:latin typeface="Consolas"/>
                <a:ea typeface="Consolas"/>
                <a:cs typeface="Consolas"/>
                <a:sym typeface="Consolas"/>
              </a:rPr>
              <a:t>  }</a:t>
            </a:r>
            <a:endParaRPr/>
          </a:p>
          <a:p>
            <a:pPr indent="0" lvl="0" marL="0" rtl="0" algn="l">
              <a:spcBef>
                <a:spcPts val="0"/>
              </a:spcBef>
              <a:spcAft>
                <a:spcPts val="0"/>
              </a:spcAft>
              <a:buClr>
                <a:srgbClr val="FF0000"/>
              </a:buClr>
              <a:buSzPts val="800"/>
              <a:buNone/>
            </a:pPr>
            <a:r>
              <a:rPr lang="en-ID" sz="800">
                <a:solidFill>
                  <a:srgbClr val="FF0000"/>
                </a:solidFill>
                <a:latin typeface="Consolas"/>
                <a:ea typeface="Consolas"/>
                <a:cs typeface="Consolas"/>
                <a:sym typeface="Consolas"/>
              </a:rPr>
              <a:t>}</a:t>
            </a:r>
            <a:endParaRPr/>
          </a:p>
          <a:p>
            <a:pPr indent="0" lvl="0" marL="0" rtl="0" algn="l">
              <a:spcBef>
                <a:spcPts val="0"/>
              </a:spcBef>
              <a:spcAft>
                <a:spcPts val="0"/>
              </a:spcAft>
              <a:buClr>
                <a:schemeClr val="dk1"/>
              </a:buClr>
              <a:buSzPts val="800"/>
              <a:buNone/>
            </a:pPr>
            <a:r>
              <a:t/>
            </a:r>
            <a:endParaRPr sz="800">
              <a:solidFill>
                <a:srgbClr val="FF0000"/>
              </a:solidFill>
              <a:latin typeface="Consolas"/>
              <a:ea typeface="Consolas"/>
              <a:cs typeface="Consolas"/>
              <a:sym typeface="Consolas"/>
            </a:endParaRPr>
          </a:p>
          <a:p>
            <a:pPr indent="0" lvl="0" marL="0" rtl="0" algn="l">
              <a:spcBef>
                <a:spcPts val="0"/>
              </a:spcBef>
              <a:spcAft>
                <a:spcPts val="0"/>
              </a:spcAft>
              <a:buClr>
                <a:srgbClr val="FF0000"/>
              </a:buClr>
              <a:buSzPts val="800"/>
              <a:buNone/>
            </a:pPr>
            <a:r>
              <a:rPr lang="en-ID" sz="800">
                <a:solidFill>
                  <a:srgbClr val="FF0000"/>
                </a:solidFill>
                <a:latin typeface="Consolas"/>
                <a:ea typeface="Consolas"/>
                <a:cs typeface="Consolas"/>
                <a:sym typeface="Consolas"/>
              </a:rPr>
              <a:t>class _LoginState extends State&lt;Login&gt; {</a:t>
            </a:r>
            <a:endParaRPr/>
          </a:p>
          <a:p>
            <a:pPr indent="0" lvl="0" marL="0" rtl="0" algn="l">
              <a:spcBef>
                <a:spcPts val="0"/>
              </a:spcBef>
              <a:spcAft>
                <a:spcPts val="0"/>
              </a:spcAft>
              <a:buClr>
                <a:srgbClr val="FF0000"/>
              </a:buClr>
              <a:buSzPts val="800"/>
              <a:buNone/>
            </a:pPr>
            <a:r>
              <a:rPr lang="en-ID" sz="800">
                <a:solidFill>
                  <a:srgbClr val="FF0000"/>
                </a:solidFill>
                <a:latin typeface="Consolas"/>
                <a:ea typeface="Consolas"/>
                <a:cs typeface="Consolas"/>
                <a:sym typeface="Consolas"/>
              </a:rPr>
              <a:t>  @override</a:t>
            </a:r>
            <a:endParaRPr/>
          </a:p>
          <a:p>
            <a:pPr indent="0" lvl="0" marL="0" rtl="0" algn="l">
              <a:spcBef>
                <a:spcPts val="0"/>
              </a:spcBef>
              <a:spcAft>
                <a:spcPts val="0"/>
              </a:spcAft>
              <a:buClr>
                <a:srgbClr val="FF0000"/>
              </a:buClr>
              <a:buSzPts val="800"/>
              <a:buNone/>
            </a:pPr>
            <a:r>
              <a:rPr lang="en-ID" sz="800">
                <a:solidFill>
                  <a:srgbClr val="FF0000"/>
                </a:solidFill>
                <a:latin typeface="Consolas"/>
                <a:ea typeface="Consolas"/>
                <a:cs typeface="Consolas"/>
                <a:sym typeface="Consolas"/>
              </a:rPr>
              <a:t>  Widget build(BuildContext context) {</a:t>
            </a:r>
            <a:endParaRPr/>
          </a:p>
          <a:p>
            <a:pPr indent="0" lvl="0" marL="0" rtl="0" algn="l">
              <a:spcBef>
                <a:spcPts val="0"/>
              </a:spcBef>
              <a:spcAft>
                <a:spcPts val="0"/>
              </a:spcAft>
              <a:buClr>
                <a:srgbClr val="FF0000"/>
              </a:buClr>
              <a:buSzPts val="800"/>
              <a:buNone/>
            </a:pPr>
            <a:r>
              <a:rPr lang="en-ID" sz="800">
                <a:solidFill>
                  <a:srgbClr val="FF0000"/>
                </a:solidFill>
                <a:latin typeface="Consolas"/>
                <a:ea typeface="Consolas"/>
                <a:cs typeface="Consolas"/>
                <a:sym typeface="Consolas"/>
              </a:rPr>
              <a:t>    return Scaffold(</a:t>
            </a:r>
            <a:endParaRPr/>
          </a:p>
          <a:p>
            <a:pPr indent="0" lvl="0" marL="0" rtl="0" algn="l">
              <a:spcBef>
                <a:spcPts val="0"/>
              </a:spcBef>
              <a:spcAft>
                <a:spcPts val="0"/>
              </a:spcAft>
              <a:buClr>
                <a:srgbClr val="FF0000"/>
              </a:buClr>
              <a:buSzPts val="800"/>
              <a:buNone/>
            </a:pPr>
            <a:r>
              <a:rPr lang="en-ID" sz="800">
                <a:solidFill>
                  <a:srgbClr val="FF0000"/>
                </a:solidFill>
                <a:latin typeface="Consolas"/>
                <a:ea typeface="Consolas"/>
                <a:cs typeface="Consolas"/>
                <a:sym typeface="Consolas"/>
              </a:rPr>
              <a:t>      appBar: AppBar(</a:t>
            </a:r>
            <a:endParaRPr/>
          </a:p>
          <a:p>
            <a:pPr indent="0" lvl="0" marL="0" rtl="0" algn="l">
              <a:spcBef>
                <a:spcPts val="0"/>
              </a:spcBef>
              <a:spcAft>
                <a:spcPts val="0"/>
              </a:spcAft>
              <a:buClr>
                <a:srgbClr val="FF0000"/>
              </a:buClr>
              <a:buSzPts val="800"/>
              <a:buNone/>
            </a:pPr>
            <a:r>
              <a:rPr lang="en-ID" sz="800">
                <a:solidFill>
                  <a:srgbClr val="FF0000"/>
                </a:solidFill>
                <a:latin typeface="Consolas"/>
                <a:ea typeface="Consolas"/>
                <a:cs typeface="Consolas"/>
                <a:sym typeface="Consolas"/>
              </a:rPr>
              <a:t>        title: Text('Login'),</a:t>
            </a:r>
            <a:endParaRPr/>
          </a:p>
          <a:p>
            <a:pPr indent="0" lvl="0" marL="0" rtl="0" algn="l">
              <a:spcBef>
                <a:spcPts val="0"/>
              </a:spcBef>
              <a:spcAft>
                <a:spcPts val="0"/>
              </a:spcAft>
              <a:buClr>
                <a:srgbClr val="FF0000"/>
              </a:buClr>
              <a:buSzPts val="800"/>
              <a:buNone/>
            </a:pPr>
            <a:r>
              <a:rPr lang="en-ID" sz="800">
                <a:solidFill>
                  <a:srgbClr val="FF0000"/>
                </a:solidFill>
                <a:latin typeface="Consolas"/>
                <a:ea typeface="Consolas"/>
                <a:cs typeface="Consolas"/>
                <a:sym typeface="Consolas"/>
              </a:rPr>
              <a:t>      ),</a:t>
            </a:r>
            <a:endParaRPr/>
          </a:p>
        </p:txBody>
      </p:sp>
      <p:sp>
        <p:nvSpPr>
          <p:cNvPr descr="Google's Flutter framework spreads its wings and goes multi-platform |  TechCrunch" id="214" name="Google Shape;214;p17"/>
          <p:cNvSpPr/>
          <p:nvPr/>
        </p:nvSpPr>
        <p:spPr>
          <a:xfrm>
            <a:off x="155575" y="-144463"/>
            <a:ext cx="304800" cy="304801"/>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cxnSp>
        <p:nvCxnSpPr>
          <p:cNvPr id="215" name="Google Shape;215;p17"/>
          <p:cNvCxnSpPr>
            <a:stCxn id="216" idx="0"/>
          </p:cNvCxnSpPr>
          <p:nvPr/>
        </p:nvCxnSpPr>
        <p:spPr>
          <a:xfrm rot="10800000">
            <a:off x="6346534" y="3084270"/>
            <a:ext cx="1308300" cy="1470600"/>
          </a:xfrm>
          <a:prstGeom prst="straightConnector1">
            <a:avLst/>
          </a:prstGeom>
          <a:noFill/>
          <a:ln cap="flat" cmpd="sng" w="25400">
            <a:solidFill>
              <a:schemeClr val="accent1"/>
            </a:solidFill>
            <a:prstDash val="solid"/>
            <a:round/>
            <a:headEnd len="sm" w="sm" type="none"/>
            <a:tailEnd len="med" w="med" type="triangle"/>
          </a:ln>
          <a:effectLst>
            <a:outerShdw blurRad="40000" rotWithShape="0" dir="5400000" dist="20000">
              <a:srgbClr val="000000">
                <a:alpha val="37647"/>
              </a:srgbClr>
            </a:outerShdw>
          </a:effectLst>
        </p:spPr>
      </p:cxnSp>
      <p:sp>
        <p:nvSpPr>
          <p:cNvPr id="217" name="Google Shape;217;p17"/>
          <p:cNvSpPr/>
          <p:nvPr/>
        </p:nvSpPr>
        <p:spPr>
          <a:xfrm>
            <a:off x="4572000" y="1153886"/>
            <a:ext cx="4572000" cy="2677656"/>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ID" sz="1050">
                <a:solidFill>
                  <a:srgbClr val="FF0000"/>
                </a:solidFill>
                <a:latin typeface="Consolas"/>
                <a:ea typeface="Consolas"/>
                <a:cs typeface="Consolas"/>
                <a:sym typeface="Consolas"/>
              </a:rPr>
              <a:t>body: Container(</a:t>
            </a:r>
            <a:endParaRPr/>
          </a:p>
          <a:p>
            <a:pPr indent="0" lvl="0" marL="0" marR="0" rtl="0" algn="l">
              <a:spcBef>
                <a:spcPts val="0"/>
              </a:spcBef>
              <a:spcAft>
                <a:spcPts val="0"/>
              </a:spcAft>
              <a:buNone/>
            </a:pPr>
            <a:r>
              <a:rPr lang="en-ID" sz="1050">
                <a:solidFill>
                  <a:srgbClr val="FF0000"/>
                </a:solidFill>
                <a:latin typeface="Consolas"/>
                <a:ea typeface="Consolas"/>
                <a:cs typeface="Consolas"/>
                <a:sym typeface="Consolas"/>
              </a:rPr>
              <a:t>        height: 300,</a:t>
            </a:r>
            <a:endParaRPr/>
          </a:p>
          <a:p>
            <a:pPr indent="0" lvl="0" marL="0" marR="0" rtl="0" algn="l">
              <a:spcBef>
                <a:spcPts val="0"/>
              </a:spcBef>
              <a:spcAft>
                <a:spcPts val="0"/>
              </a:spcAft>
              <a:buNone/>
            </a:pPr>
            <a:r>
              <a:rPr lang="en-ID" sz="1050">
                <a:solidFill>
                  <a:srgbClr val="FF0000"/>
                </a:solidFill>
                <a:latin typeface="Consolas"/>
                <a:ea typeface="Consolas"/>
                <a:cs typeface="Consolas"/>
                <a:sym typeface="Consolas"/>
              </a:rPr>
              <a:t>        margin: EdgeInsets.all(20),</a:t>
            </a:r>
            <a:endParaRPr/>
          </a:p>
          <a:p>
            <a:pPr indent="0" lvl="0" marL="0" marR="0" rtl="0" algn="l">
              <a:spcBef>
                <a:spcPts val="0"/>
              </a:spcBef>
              <a:spcAft>
                <a:spcPts val="0"/>
              </a:spcAft>
              <a:buNone/>
            </a:pPr>
            <a:r>
              <a:rPr lang="en-ID" sz="1050">
                <a:solidFill>
                  <a:srgbClr val="FF0000"/>
                </a:solidFill>
                <a:latin typeface="Consolas"/>
                <a:ea typeface="Consolas"/>
                <a:cs typeface="Consolas"/>
                <a:sym typeface="Consolas"/>
              </a:rPr>
              <a:t>        padding: EdgeInsets.all(20),</a:t>
            </a:r>
            <a:endParaRPr/>
          </a:p>
          <a:p>
            <a:pPr indent="0" lvl="0" marL="0" marR="0" rtl="0" algn="l">
              <a:spcBef>
                <a:spcPts val="0"/>
              </a:spcBef>
              <a:spcAft>
                <a:spcPts val="0"/>
              </a:spcAft>
              <a:buNone/>
            </a:pPr>
            <a:r>
              <a:rPr lang="en-ID" sz="1050">
                <a:solidFill>
                  <a:srgbClr val="FF0000"/>
                </a:solidFill>
                <a:latin typeface="Consolas"/>
                <a:ea typeface="Consolas"/>
                <a:cs typeface="Consolas"/>
                <a:sym typeface="Consolas"/>
              </a:rPr>
              <a:t>        decoration: BoxDecoration(</a:t>
            </a:r>
            <a:endParaRPr/>
          </a:p>
          <a:p>
            <a:pPr indent="0" lvl="0" marL="0" marR="0" rtl="0" algn="l">
              <a:spcBef>
                <a:spcPts val="0"/>
              </a:spcBef>
              <a:spcAft>
                <a:spcPts val="0"/>
              </a:spcAft>
              <a:buNone/>
            </a:pPr>
            <a:r>
              <a:rPr lang="en-ID" sz="1050">
                <a:solidFill>
                  <a:srgbClr val="FF0000"/>
                </a:solidFill>
                <a:latin typeface="Consolas"/>
                <a:ea typeface="Consolas"/>
                <a:cs typeface="Consolas"/>
                <a:sym typeface="Consolas"/>
              </a:rPr>
              <a:t>          borderRadius: BorderRadius.all(Radius.circular(10)),</a:t>
            </a:r>
            <a:endParaRPr/>
          </a:p>
          <a:p>
            <a:pPr indent="0" lvl="0" marL="0" marR="0" rtl="0" algn="l">
              <a:spcBef>
                <a:spcPts val="0"/>
              </a:spcBef>
              <a:spcAft>
                <a:spcPts val="0"/>
              </a:spcAft>
              <a:buNone/>
            </a:pPr>
            <a:r>
              <a:rPr lang="en-ID" sz="1050">
                <a:solidFill>
                  <a:srgbClr val="FF0000"/>
                </a:solidFill>
                <a:latin typeface="Consolas"/>
                <a:ea typeface="Consolas"/>
                <a:cs typeface="Consolas"/>
                <a:sym typeface="Consolas"/>
              </a:rPr>
              <a:t>          border: Border.all(width: 1),</a:t>
            </a:r>
            <a:endParaRPr/>
          </a:p>
          <a:p>
            <a:pPr indent="0" lvl="0" marL="0" marR="0" rtl="0" algn="l">
              <a:spcBef>
                <a:spcPts val="0"/>
              </a:spcBef>
              <a:spcAft>
                <a:spcPts val="0"/>
              </a:spcAft>
              <a:buNone/>
            </a:pPr>
            <a:r>
              <a:rPr lang="en-ID" sz="1050">
                <a:solidFill>
                  <a:srgbClr val="FF0000"/>
                </a:solidFill>
                <a:latin typeface="Consolas"/>
                <a:ea typeface="Consolas"/>
                <a:cs typeface="Consolas"/>
                <a:sym typeface="Consolas"/>
              </a:rPr>
              <a:t>          color: Colors.white,</a:t>
            </a:r>
            <a:endParaRPr/>
          </a:p>
          <a:p>
            <a:pPr indent="0" lvl="0" marL="0" marR="0" rtl="0" algn="l">
              <a:spcBef>
                <a:spcPts val="0"/>
              </a:spcBef>
              <a:spcAft>
                <a:spcPts val="0"/>
              </a:spcAft>
              <a:buNone/>
            </a:pPr>
            <a:r>
              <a:rPr lang="en-ID" sz="1050">
                <a:solidFill>
                  <a:srgbClr val="FF0000"/>
                </a:solidFill>
                <a:latin typeface="Consolas"/>
                <a:ea typeface="Consolas"/>
                <a:cs typeface="Consolas"/>
                <a:sym typeface="Consolas"/>
              </a:rPr>
              <a:t>          boxShadow: [BoxShadow(blurRadius: 5)]),</a:t>
            </a:r>
            <a:endParaRPr/>
          </a:p>
          <a:p>
            <a:pPr indent="0" lvl="0" marL="0" marR="0" rtl="0" algn="l">
              <a:spcBef>
                <a:spcPts val="0"/>
              </a:spcBef>
              <a:spcAft>
                <a:spcPts val="0"/>
              </a:spcAft>
              <a:buNone/>
            </a:pPr>
            <a:r>
              <a:rPr lang="en-ID" sz="1050">
                <a:solidFill>
                  <a:srgbClr val="FF0000"/>
                </a:solidFill>
                <a:latin typeface="Consolas"/>
                <a:ea typeface="Consolas"/>
                <a:cs typeface="Consolas"/>
                <a:sym typeface="Consolas"/>
              </a:rPr>
              <a:t>          child: Column(children: [</a:t>
            </a:r>
            <a:endParaRPr/>
          </a:p>
          <a:p>
            <a:pPr indent="0" lvl="0" marL="0" marR="0" rtl="0" algn="l">
              <a:spcBef>
                <a:spcPts val="0"/>
              </a:spcBef>
              <a:spcAft>
                <a:spcPts val="0"/>
              </a:spcAft>
              <a:buNone/>
            </a:pPr>
            <a:r>
              <a:rPr lang="en-ID" sz="1050">
                <a:solidFill>
                  <a:srgbClr val="FF0000"/>
                </a:solidFill>
                <a:latin typeface="Consolas"/>
                <a:ea typeface="Consolas"/>
                <a:cs typeface="Consolas"/>
                <a:sym typeface="Consolas"/>
              </a:rPr>
              <a:t>            </a:t>
            </a:r>
            <a:endParaRPr/>
          </a:p>
          <a:p>
            <a:pPr indent="0" lvl="0" marL="0" marR="0" rtl="0" algn="l">
              <a:spcBef>
                <a:spcPts val="0"/>
              </a:spcBef>
              <a:spcAft>
                <a:spcPts val="0"/>
              </a:spcAft>
              <a:buNone/>
            </a:pPr>
            <a:r>
              <a:rPr lang="en-ID" sz="1050">
                <a:solidFill>
                  <a:srgbClr val="FF0000"/>
                </a:solidFill>
                <a:latin typeface="Consolas"/>
                <a:ea typeface="Consolas"/>
                <a:cs typeface="Consolas"/>
                <a:sym typeface="Consolas"/>
              </a:rPr>
              <a:t>		      ]),</a:t>
            </a:r>
            <a:endParaRPr/>
          </a:p>
          <a:p>
            <a:pPr indent="0" lvl="0" marL="0" marR="0" rtl="0" algn="l">
              <a:spcBef>
                <a:spcPts val="0"/>
              </a:spcBef>
              <a:spcAft>
                <a:spcPts val="0"/>
              </a:spcAft>
              <a:buNone/>
            </a:pPr>
            <a:r>
              <a:rPr lang="en-ID" sz="1050">
                <a:solidFill>
                  <a:srgbClr val="FF0000"/>
                </a:solidFill>
                <a:latin typeface="Consolas"/>
                <a:ea typeface="Consolas"/>
                <a:cs typeface="Consolas"/>
                <a:sym typeface="Consolas"/>
              </a:rPr>
              <a:t>   ));</a:t>
            </a:r>
            <a:endParaRPr/>
          </a:p>
          <a:p>
            <a:pPr indent="0" lvl="0" marL="0" marR="0" rtl="0" algn="l">
              <a:spcBef>
                <a:spcPts val="0"/>
              </a:spcBef>
              <a:spcAft>
                <a:spcPts val="0"/>
              </a:spcAft>
              <a:buNone/>
            </a:pPr>
            <a:r>
              <a:rPr lang="en-ID" sz="1050">
                <a:solidFill>
                  <a:srgbClr val="FF0000"/>
                </a:solidFill>
                <a:latin typeface="Consolas"/>
                <a:ea typeface="Consolas"/>
                <a:cs typeface="Consolas"/>
                <a:sym typeface="Consolas"/>
              </a:rPr>
              <a:t>  }</a:t>
            </a:r>
            <a:endParaRPr/>
          </a:p>
          <a:p>
            <a:pPr indent="0" lvl="0" marL="0" marR="0" rtl="0" algn="l">
              <a:spcBef>
                <a:spcPts val="0"/>
              </a:spcBef>
              <a:spcAft>
                <a:spcPts val="0"/>
              </a:spcAft>
              <a:buNone/>
            </a:pPr>
            <a:r>
              <a:rPr lang="en-ID" sz="1050">
                <a:solidFill>
                  <a:srgbClr val="FF0000"/>
                </a:solidFill>
                <a:latin typeface="Consolas"/>
                <a:ea typeface="Consolas"/>
                <a:cs typeface="Consolas"/>
                <a:sym typeface="Consolas"/>
              </a:rPr>
              <a:t>}</a:t>
            </a:r>
            <a:endParaRPr/>
          </a:p>
        </p:txBody>
      </p:sp>
      <p:sp>
        <p:nvSpPr>
          <p:cNvPr id="216" name="Google Shape;216;p17"/>
          <p:cNvSpPr txBox="1"/>
          <p:nvPr/>
        </p:nvSpPr>
        <p:spPr>
          <a:xfrm>
            <a:off x="6444342" y="4554870"/>
            <a:ext cx="2420983" cy="369332"/>
          </a:xfrm>
          <a:prstGeom prst="rect">
            <a:avLst/>
          </a:prstGeom>
          <a:solidFill>
            <a:schemeClr val="lt1"/>
          </a:solidFill>
          <a:ln cap="flat" cmpd="sng" w="25400">
            <a:solidFill>
              <a:schemeClr val="accent1"/>
            </a:solidFill>
            <a:prstDash val="solid"/>
            <a:round/>
            <a:headEnd len="sm" w="sm" type="none"/>
            <a:tailEnd len="sm" w="sm" type="none"/>
          </a:ln>
        </p:spPr>
        <p:txBody>
          <a:bodyPr anchorCtr="0" anchor="t" bIns="45700" lIns="91425" spcFirstLastPara="1" rIns="91425" wrap="square" tIns="45700">
            <a:spAutoFit/>
          </a:bodyPr>
          <a:lstStyle/>
          <a:p>
            <a:pPr indent="0" lvl="0" marL="0" marR="0" rtl="0" algn="l">
              <a:spcBef>
                <a:spcPts val="0"/>
              </a:spcBef>
              <a:spcAft>
                <a:spcPts val="0"/>
              </a:spcAft>
              <a:buNone/>
            </a:pPr>
            <a:r>
              <a:rPr lang="en-ID" sz="1800">
                <a:solidFill>
                  <a:schemeClr val="dk1"/>
                </a:solidFill>
                <a:latin typeface="Calibri"/>
                <a:ea typeface="Calibri"/>
                <a:cs typeface="Calibri"/>
                <a:sym typeface="Calibri"/>
              </a:rPr>
              <a:t>Next slide inserted here</a:t>
            </a:r>
            <a:endParaRPr/>
          </a:p>
        </p:txBody>
      </p:sp>
      <p:cxnSp>
        <p:nvCxnSpPr>
          <p:cNvPr id="218" name="Google Shape;218;p17"/>
          <p:cNvCxnSpPr/>
          <p:nvPr/>
        </p:nvCxnSpPr>
        <p:spPr>
          <a:xfrm>
            <a:off x="4371703" y="1280160"/>
            <a:ext cx="0" cy="3413156"/>
          </a:xfrm>
          <a:prstGeom prst="straightConnector1">
            <a:avLst/>
          </a:prstGeom>
          <a:noFill/>
          <a:ln cap="flat" cmpd="sng" w="25400">
            <a:solidFill>
              <a:schemeClr val="accent1"/>
            </a:solidFill>
            <a:prstDash val="solid"/>
            <a:round/>
            <a:headEnd len="sm" w="sm" type="none"/>
            <a:tailEnd len="sm" w="sm" type="none"/>
          </a:ln>
          <a:effectLst>
            <a:outerShdw blurRad="40000" rotWithShape="0" dir="5400000" dist="20000">
              <a:srgbClr val="000000">
                <a:alpha val="37647"/>
              </a:srgbClr>
            </a:outerShdw>
          </a:effectLst>
        </p:spPr>
      </p:cxn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222" name="Shape 222"/>
        <p:cNvGrpSpPr/>
        <p:nvPr/>
      </p:nvGrpSpPr>
      <p:grpSpPr>
        <a:xfrm>
          <a:off x="0" y="0"/>
          <a:ext cx="0" cy="0"/>
          <a:chOff x="0" y="0"/>
          <a:chExt cx="0" cy="0"/>
        </a:xfrm>
      </p:grpSpPr>
      <p:sp>
        <p:nvSpPr>
          <p:cNvPr id="223" name="Google Shape;223;p18"/>
          <p:cNvSpPr txBox="1"/>
          <p:nvPr>
            <p:ph type="title"/>
          </p:nvPr>
        </p:nvSpPr>
        <p:spPr>
          <a:xfrm>
            <a:off x="0" y="0"/>
            <a:ext cx="8229600" cy="576943"/>
          </a:xfrm>
          <a:prstGeom prst="rect">
            <a:avLst/>
          </a:prstGeom>
          <a:noFill/>
          <a:ln>
            <a:noFill/>
          </a:ln>
        </p:spPr>
        <p:txBody>
          <a:bodyPr anchorCtr="0" anchor="ctr" bIns="45700" lIns="91425" spcFirstLastPara="1" rIns="91425" wrap="square" tIns="45700">
            <a:normAutofit fontScale="90000"/>
          </a:bodyPr>
          <a:lstStyle/>
          <a:p>
            <a:pPr indent="0" lvl="0" marL="0" rtl="0" algn="l">
              <a:spcBef>
                <a:spcPts val="0"/>
              </a:spcBef>
              <a:spcAft>
                <a:spcPts val="0"/>
              </a:spcAft>
              <a:buClr>
                <a:srgbClr val="000090"/>
              </a:buClr>
              <a:buSzPct val="100000"/>
              <a:buFont typeface="Arial"/>
              <a:buNone/>
            </a:pPr>
            <a:r>
              <a:rPr b="1" lang="en-ID" sz="3600">
                <a:solidFill>
                  <a:srgbClr val="000090"/>
                </a:solidFill>
              </a:rPr>
              <a:t> Login screen (2)</a:t>
            </a:r>
            <a:endParaRPr/>
          </a:p>
        </p:txBody>
      </p:sp>
      <p:cxnSp>
        <p:nvCxnSpPr>
          <p:cNvPr id="224" name="Google Shape;224;p18"/>
          <p:cNvCxnSpPr/>
          <p:nvPr/>
        </p:nvCxnSpPr>
        <p:spPr>
          <a:xfrm>
            <a:off x="0" y="576943"/>
            <a:ext cx="7336971" cy="1588"/>
          </a:xfrm>
          <a:prstGeom prst="straightConnector1">
            <a:avLst/>
          </a:prstGeom>
          <a:noFill/>
          <a:ln cap="flat" cmpd="sng" w="25400">
            <a:solidFill>
              <a:schemeClr val="accent1"/>
            </a:solidFill>
            <a:prstDash val="solid"/>
            <a:round/>
            <a:headEnd len="sm" w="sm" type="none"/>
            <a:tailEnd len="sm" w="sm" type="none"/>
          </a:ln>
          <a:effectLst>
            <a:outerShdw blurRad="40000" rotWithShape="0" dir="5400000" dist="20000">
              <a:srgbClr val="000000">
                <a:alpha val="37647"/>
              </a:srgbClr>
            </a:outerShdw>
          </a:effectLst>
        </p:spPr>
      </p:cxnSp>
      <p:sp>
        <p:nvSpPr>
          <p:cNvPr id="225" name="Google Shape;225;p18"/>
          <p:cNvSpPr txBox="1"/>
          <p:nvPr>
            <p:ph idx="1" type="body"/>
          </p:nvPr>
        </p:nvSpPr>
        <p:spPr>
          <a:xfrm>
            <a:off x="-558528" y="802933"/>
            <a:ext cx="5295989" cy="3968632"/>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rgbClr val="FF0000"/>
              </a:buClr>
              <a:buSzPts val="1000"/>
              <a:buNone/>
            </a:pPr>
            <a:r>
              <a:rPr lang="en-ID" sz="1000">
                <a:solidFill>
                  <a:srgbClr val="FF0000"/>
                </a:solidFill>
                <a:latin typeface="Consolas"/>
                <a:ea typeface="Consolas"/>
                <a:cs typeface="Consolas"/>
                <a:sym typeface="Consolas"/>
              </a:rPr>
              <a:t>		Padding(</a:t>
            </a:r>
            <a:endParaRPr/>
          </a:p>
          <a:p>
            <a:pPr indent="0" lvl="0" marL="0" rtl="0" algn="l">
              <a:spcBef>
                <a:spcPts val="200"/>
              </a:spcBef>
              <a:spcAft>
                <a:spcPts val="0"/>
              </a:spcAft>
              <a:buClr>
                <a:srgbClr val="FF0000"/>
              </a:buClr>
              <a:buSzPts val="1000"/>
              <a:buNone/>
            </a:pPr>
            <a:r>
              <a:rPr lang="en-ID" sz="1000">
                <a:solidFill>
                  <a:srgbClr val="FF0000"/>
                </a:solidFill>
                <a:latin typeface="Consolas"/>
                <a:ea typeface="Consolas"/>
                <a:cs typeface="Consolas"/>
                <a:sym typeface="Consolas"/>
              </a:rPr>
              <a:t>              padding: EdgeInsets.all(10),</a:t>
            </a:r>
            <a:endParaRPr/>
          </a:p>
          <a:p>
            <a:pPr indent="0" lvl="0" marL="0" rtl="0" algn="l">
              <a:spcBef>
                <a:spcPts val="200"/>
              </a:spcBef>
              <a:spcAft>
                <a:spcPts val="0"/>
              </a:spcAft>
              <a:buClr>
                <a:srgbClr val="FF0000"/>
              </a:buClr>
              <a:buSzPts val="1000"/>
              <a:buNone/>
            </a:pPr>
            <a:r>
              <a:rPr lang="en-ID" sz="1000">
                <a:solidFill>
                  <a:srgbClr val="FF0000"/>
                </a:solidFill>
                <a:latin typeface="Consolas"/>
                <a:ea typeface="Consolas"/>
                <a:cs typeface="Consolas"/>
                <a:sym typeface="Consolas"/>
              </a:rPr>
              <a:t>              child: TextField(</a:t>
            </a:r>
            <a:endParaRPr/>
          </a:p>
          <a:p>
            <a:pPr indent="0" lvl="0" marL="0" rtl="0" algn="l">
              <a:spcBef>
                <a:spcPts val="200"/>
              </a:spcBef>
              <a:spcAft>
                <a:spcPts val="0"/>
              </a:spcAft>
              <a:buClr>
                <a:srgbClr val="FF0000"/>
              </a:buClr>
              <a:buSzPts val="1000"/>
              <a:buNone/>
            </a:pPr>
            <a:r>
              <a:rPr lang="en-ID" sz="1000">
                <a:solidFill>
                  <a:srgbClr val="FF0000"/>
                </a:solidFill>
                <a:latin typeface="Consolas"/>
                <a:ea typeface="Consolas"/>
                <a:cs typeface="Consolas"/>
                <a:sym typeface="Consolas"/>
              </a:rPr>
              <a:t>                decoration: InputDecoration(</a:t>
            </a:r>
            <a:endParaRPr/>
          </a:p>
          <a:p>
            <a:pPr indent="0" lvl="0" marL="0" rtl="0" algn="l">
              <a:spcBef>
                <a:spcPts val="200"/>
              </a:spcBef>
              <a:spcAft>
                <a:spcPts val="0"/>
              </a:spcAft>
              <a:buClr>
                <a:srgbClr val="FF0000"/>
              </a:buClr>
              <a:buSzPts val="1000"/>
              <a:buNone/>
            </a:pPr>
            <a:r>
              <a:rPr lang="en-ID" sz="1000">
                <a:solidFill>
                  <a:srgbClr val="FF0000"/>
                </a:solidFill>
                <a:latin typeface="Consolas"/>
                <a:ea typeface="Consolas"/>
                <a:cs typeface="Consolas"/>
                <a:sym typeface="Consolas"/>
              </a:rPr>
              <a:t>                    border: OutlineInputBorder(),</a:t>
            </a:r>
            <a:endParaRPr/>
          </a:p>
          <a:p>
            <a:pPr indent="0" lvl="0" marL="0" rtl="0" algn="l">
              <a:spcBef>
                <a:spcPts val="200"/>
              </a:spcBef>
              <a:spcAft>
                <a:spcPts val="0"/>
              </a:spcAft>
              <a:buClr>
                <a:srgbClr val="FF0000"/>
              </a:buClr>
              <a:buSzPts val="1000"/>
              <a:buNone/>
            </a:pPr>
            <a:r>
              <a:rPr lang="en-ID" sz="1000">
                <a:solidFill>
                  <a:srgbClr val="FF0000"/>
                </a:solidFill>
                <a:latin typeface="Consolas"/>
                <a:ea typeface="Consolas"/>
                <a:cs typeface="Consolas"/>
                <a:sym typeface="Consolas"/>
              </a:rPr>
              <a:t>                    labelText: 'Email',</a:t>
            </a:r>
            <a:endParaRPr/>
          </a:p>
          <a:p>
            <a:pPr indent="0" lvl="0" marL="0" rtl="0" algn="l">
              <a:spcBef>
                <a:spcPts val="200"/>
              </a:spcBef>
              <a:spcAft>
                <a:spcPts val="0"/>
              </a:spcAft>
              <a:buClr>
                <a:srgbClr val="FF0000"/>
              </a:buClr>
              <a:buSzPts val="1000"/>
              <a:buNone/>
            </a:pPr>
            <a:r>
              <a:rPr lang="en-ID" sz="1000">
                <a:solidFill>
                  <a:srgbClr val="FF0000"/>
                </a:solidFill>
                <a:latin typeface="Consolas"/>
                <a:ea typeface="Consolas"/>
                <a:cs typeface="Consolas"/>
                <a:sym typeface="Consolas"/>
              </a:rPr>
              <a:t>                    hintText: 'Enter valid email id as abc@gmail.com'),</a:t>
            </a:r>
            <a:endParaRPr/>
          </a:p>
          <a:p>
            <a:pPr indent="0" lvl="0" marL="0" rtl="0" algn="l">
              <a:spcBef>
                <a:spcPts val="200"/>
              </a:spcBef>
              <a:spcAft>
                <a:spcPts val="0"/>
              </a:spcAft>
              <a:buClr>
                <a:srgbClr val="FF0000"/>
              </a:buClr>
              <a:buSzPts val="1000"/>
              <a:buNone/>
            </a:pPr>
            <a:r>
              <a:rPr lang="en-ID" sz="1000">
                <a:solidFill>
                  <a:srgbClr val="FF0000"/>
                </a:solidFill>
                <a:latin typeface="Consolas"/>
                <a:ea typeface="Consolas"/>
                <a:cs typeface="Consolas"/>
                <a:sym typeface="Consolas"/>
              </a:rPr>
              <a:t>              ),</a:t>
            </a:r>
            <a:endParaRPr/>
          </a:p>
          <a:p>
            <a:pPr indent="0" lvl="0" marL="0" rtl="0" algn="l">
              <a:spcBef>
                <a:spcPts val="200"/>
              </a:spcBef>
              <a:spcAft>
                <a:spcPts val="0"/>
              </a:spcAft>
              <a:buClr>
                <a:srgbClr val="FF0000"/>
              </a:buClr>
              <a:buSzPts val="1000"/>
              <a:buNone/>
            </a:pPr>
            <a:r>
              <a:rPr lang="en-ID" sz="1000">
                <a:solidFill>
                  <a:srgbClr val="FF0000"/>
                </a:solidFill>
                <a:latin typeface="Consolas"/>
                <a:ea typeface="Consolas"/>
                <a:cs typeface="Consolas"/>
                <a:sym typeface="Consolas"/>
              </a:rPr>
              <a:t>            ),</a:t>
            </a:r>
            <a:endParaRPr/>
          </a:p>
          <a:p>
            <a:pPr indent="0" lvl="0" marL="0" rtl="0" algn="l">
              <a:spcBef>
                <a:spcPts val="200"/>
              </a:spcBef>
              <a:spcAft>
                <a:spcPts val="0"/>
              </a:spcAft>
              <a:buClr>
                <a:srgbClr val="FF0000"/>
              </a:buClr>
              <a:buSzPts val="1000"/>
              <a:buNone/>
            </a:pPr>
            <a:r>
              <a:rPr lang="en-ID" sz="1000">
                <a:solidFill>
                  <a:srgbClr val="FF0000"/>
                </a:solidFill>
                <a:latin typeface="Consolas"/>
                <a:ea typeface="Consolas"/>
                <a:cs typeface="Consolas"/>
                <a:sym typeface="Consolas"/>
              </a:rPr>
              <a:t>            Padding(</a:t>
            </a:r>
            <a:endParaRPr/>
          </a:p>
          <a:p>
            <a:pPr indent="0" lvl="0" marL="0" rtl="0" algn="l">
              <a:spcBef>
                <a:spcPts val="200"/>
              </a:spcBef>
              <a:spcAft>
                <a:spcPts val="0"/>
              </a:spcAft>
              <a:buClr>
                <a:srgbClr val="FF0000"/>
              </a:buClr>
              <a:buSzPts val="1000"/>
              <a:buNone/>
            </a:pPr>
            <a:r>
              <a:rPr lang="en-ID" sz="1000">
                <a:solidFill>
                  <a:srgbClr val="FF0000"/>
                </a:solidFill>
                <a:latin typeface="Consolas"/>
                <a:ea typeface="Consolas"/>
                <a:cs typeface="Consolas"/>
                <a:sym typeface="Consolas"/>
              </a:rPr>
              <a:t>              padding: EdgeInsets.all(10),</a:t>
            </a:r>
            <a:endParaRPr/>
          </a:p>
          <a:p>
            <a:pPr indent="0" lvl="0" marL="0" rtl="0" algn="l">
              <a:spcBef>
                <a:spcPts val="200"/>
              </a:spcBef>
              <a:spcAft>
                <a:spcPts val="0"/>
              </a:spcAft>
              <a:buClr>
                <a:srgbClr val="FF0000"/>
              </a:buClr>
              <a:buSzPts val="1000"/>
              <a:buNone/>
            </a:pPr>
            <a:r>
              <a:rPr lang="en-ID" sz="1000">
                <a:solidFill>
                  <a:srgbClr val="FF0000"/>
                </a:solidFill>
                <a:latin typeface="Consolas"/>
                <a:ea typeface="Consolas"/>
                <a:cs typeface="Consolas"/>
                <a:sym typeface="Consolas"/>
              </a:rPr>
              <a:t>              //padding: EdgeInsets.symmetric(horizontal: 15),</a:t>
            </a:r>
            <a:endParaRPr/>
          </a:p>
          <a:p>
            <a:pPr indent="0" lvl="0" marL="0" rtl="0" algn="l">
              <a:spcBef>
                <a:spcPts val="200"/>
              </a:spcBef>
              <a:spcAft>
                <a:spcPts val="0"/>
              </a:spcAft>
              <a:buClr>
                <a:srgbClr val="FF0000"/>
              </a:buClr>
              <a:buSzPts val="1000"/>
              <a:buNone/>
            </a:pPr>
            <a:r>
              <a:rPr lang="en-ID" sz="1000">
                <a:solidFill>
                  <a:srgbClr val="FF0000"/>
                </a:solidFill>
                <a:latin typeface="Consolas"/>
                <a:ea typeface="Consolas"/>
                <a:cs typeface="Consolas"/>
                <a:sym typeface="Consolas"/>
              </a:rPr>
              <a:t>              child: TextField(</a:t>
            </a:r>
            <a:endParaRPr/>
          </a:p>
          <a:p>
            <a:pPr indent="0" lvl="0" marL="0" rtl="0" algn="l">
              <a:spcBef>
                <a:spcPts val="200"/>
              </a:spcBef>
              <a:spcAft>
                <a:spcPts val="0"/>
              </a:spcAft>
              <a:buClr>
                <a:srgbClr val="FF0000"/>
              </a:buClr>
              <a:buSzPts val="1000"/>
              <a:buNone/>
            </a:pPr>
            <a:r>
              <a:rPr lang="en-ID" sz="1000">
                <a:solidFill>
                  <a:srgbClr val="FF0000"/>
                </a:solidFill>
                <a:latin typeface="Consolas"/>
                <a:ea typeface="Consolas"/>
                <a:cs typeface="Consolas"/>
                <a:sym typeface="Consolas"/>
              </a:rPr>
              <a:t>                obscureText: true,</a:t>
            </a:r>
            <a:endParaRPr/>
          </a:p>
          <a:p>
            <a:pPr indent="0" lvl="0" marL="0" rtl="0" algn="l">
              <a:spcBef>
                <a:spcPts val="200"/>
              </a:spcBef>
              <a:spcAft>
                <a:spcPts val="0"/>
              </a:spcAft>
              <a:buClr>
                <a:srgbClr val="FF0000"/>
              </a:buClr>
              <a:buSzPts val="1000"/>
              <a:buNone/>
            </a:pPr>
            <a:r>
              <a:rPr lang="en-ID" sz="1000">
                <a:solidFill>
                  <a:srgbClr val="FF0000"/>
                </a:solidFill>
                <a:latin typeface="Consolas"/>
                <a:ea typeface="Consolas"/>
                <a:cs typeface="Consolas"/>
                <a:sym typeface="Consolas"/>
              </a:rPr>
              <a:t>                decoration: InputDecoration(</a:t>
            </a:r>
            <a:endParaRPr/>
          </a:p>
          <a:p>
            <a:pPr indent="0" lvl="0" marL="0" rtl="0" algn="l">
              <a:spcBef>
                <a:spcPts val="200"/>
              </a:spcBef>
              <a:spcAft>
                <a:spcPts val="0"/>
              </a:spcAft>
              <a:buClr>
                <a:srgbClr val="FF0000"/>
              </a:buClr>
              <a:buSzPts val="1000"/>
              <a:buNone/>
            </a:pPr>
            <a:r>
              <a:rPr lang="en-ID" sz="1000">
                <a:solidFill>
                  <a:srgbClr val="FF0000"/>
                </a:solidFill>
                <a:latin typeface="Consolas"/>
                <a:ea typeface="Consolas"/>
                <a:cs typeface="Consolas"/>
                <a:sym typeface="Consolas"/>
              </a:rPr>
              <a:t>                    border: OutlineInputBorder(),</a:t>
            </a:r>
            <a:endParaRPr/>
          </a:p>
          <a:p>
            <a:pPr indent="0" lvl="0" marL="0" rtl="0" algn="l">
              <a:spcBef>
                <a:spcPts val="200"/>
              </a:spcBef>
              <a:spcAft>
                <a:spcPts val="0"/>
              </a:spcAft>
              <a:buClr>
                <a:srgbClr val="FF0000"/>
              </a:buClr>
              <a:buSzPts val="1000"/>
              <a:buNone/>
            </a:pPr>
            <a:r>
              <a:rPr lang="en-ID" sz="1000">
                <a:solidFill>
                  <a:srgbClr val="FF0000"/>
                </a:solidFill>
                <a:latin typeface="Consolas"/>
                <a:ea typeface="Consolas"/>
                <a:cs typeface="Consolas"/>
                <a:sym typeface="Consolas"/>
              </a:rPr>
              <a:t>                    labelText: 'Password',</a:t>
            </a:r>
            <a:endParaRPr/>
          </a:p>
          <a:p>
            <a:pPr indent="0" lvl="0" marL="0" rtl="0" algn="l">
              <a:spcBef>
                <a:spcPts val="200"/>
              </a:spcBef>
              <a:spcAft>
                <a:spcPts val="0"/>
              </a:spcAft>
              <a:buClr>
                <a:srgbClr val="FF0000"/>
              </a:buClr>
              <a:buSzPts val="1000"/>
              <a:buNone/>
            </a:pPr>
            <a:r>
              <a:rPr lang="en-ID" sz="1000">
                <a:solidFill>
                  <a:srgbClr val="FF0000"/>
                </a:solidFill>
                <a:latin typeface="Consolas"/>
                <a:ea typeface="Consolas"/>
                <a:cs typeface="Consolas"/>
                <a:sym typeface="Consolas"/>
              </a:rPr>
              <a:t>                    hintText: 'Enter secure password'),</a:t>
            </a:r>
            <a:endParaRPr/>
          </a:p>
          <a:p>
            <a:pPr indent="0" lvl="0" marL="0" rtl="0" algn="l">
              <a:spcBef>
                <a:spcPts val="200"/>
              </a:spcBef>
              <a:spcAft>
                <a:spcPts val="0"/>
              </a:spcAft>
              <a:buClr>
                <a:srgbClr val="FF0000"/>
              </a:buClr>
              <a:buSzPts val="1000"/>
              <a:buNone/>
            </a:pPr>
            <a:r>
              <a:rPr lang="en-ID" sz="1000">
                <a:solidFill>
                  <a:srgbClr val="FF0000"/>
                </a:solidFill>
                <a:latin typeface="Consolas"/>
                <a:ea typeface="Consolas"/>
                <a:cs typeface="Consolas"/>
                <a:sym typeface="Consolas"/>
              </a:rPr>
              <a:t>              ),</a:t>
            </a:r>
            <a:endParaRPr/>
          </a:p>
          <a:p>
            <a:pPr indent="0" lvl="0" marL="0" rtl="0" algn="l">
              <a:spcBef>
                <a:spcPts val="200"/>
              </a:spcBef>
              <a:spcAft>
                <a:spcPts val="0"/>
              </a:spcAft>
              <a:buClr>
                <a:srgbClr val="FF0000"/>
              </a:buClr>
              <a:buSzPts val="1000"/>
              <a:buNone/>
            </a:pPr>
            <a:r>
              <a:rPr lang="en-ID" sz="1000">
                <a:solidFill>
                  <a:srgbClr val="FF0000"/>
                </a:solidFill>
                <a:latin typeface="Consolas"/>
                <a:ea typeface="Consolas"/>
                <a:cs typeface="Consolas"/>
                <a:sym typeface="Consolas"/>
              </a:rPr>
              <a:t>            ),</a:t>
            </a:r>
            <a:endParaRPr/>
          </a:p>
        </p:txBody>
      </p:sp>
      <p:sp>
        <p:nvSpPr>
          <p:cNvPr descr="Google's Flutter framework spreads its wings and goes multi-platform |  TechCrunch" id="226" name="Google Shape;226;p18"/>
          <p:cNvSpPr/>
          <p:nvPr/>
        </p:nvSpPr>
        <p:spPr>
          <a:xfrm>
            <a:off x="155575" y="-144463"/>
            <a:ext cx="304800" cy="304801"/>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27" name="Google Shape;227;p18"/>
          <p:cNvSpPr txBox="1"/>
          <p:nvPr/>
        </p:nvSpPr>
        <p:spPr>
          <a:xfrm>
            <a:off x="3668485" y="721406"/>
            <a:ext cx="5460274" cy="2400657"/>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ID" sz="1000">
                <a:solidFill>
                  <a:srgbClr val="FF0000"/>
                </a:solidFill>
                <a:latin typeface="Consolas"/>
                <a:ea typeface="Consolas"/>
                <a:cs typeface="Consolas"/>
                <a:sym typeface="Consolas"/>
              </a:rPr>
              <a:t>		Padding(</a:t>
            </a:r>
            <a:endParaRPr/>
          </a:p>
          <a:p>
            <a:pPr indent="0" lvl="0" marL="0" marR="0" rtl="0" algn="l">
              <a:spcBef>
                <a:spcPts val="0"/>
              </a:spcBef>
              <a:spcAft>
                <a:spcPts val="0"/>
              </a:spcAft>
              <a:buNone/>
            </a:pPr>
            <a:r>
              <a:rPr lang="en-ID" sz="1000">
                <a:solidFill>
                  <a:srgbClr val="FF0000"/>
                </a:solidFill>
                <a:latin typeface="Consolas"/>
                <a:ea typeface="Consolas"/>
                <a:cs typeface="Consolas"/>
                <a:sym typeface="Consolas"/>
              </a:rPr>
              <a:t>                padding: EdgeInsets.all(10),</a:t>
            </a:r>
            <a:endParaRPr/>
          </a:p>
          <a:p>
            <a:pPr indent="0" lvl="0" marL="0" marR="0" rtl="0" algn="l">
              <a:spcBef>
                <a:spcPts val="0"/>
              </a:spcBef>
              <a:spcAft>
                <a:spcPts val="0"/>
              </a:spcAft>
              <a:buNone/>
            </a:pPr>
            <a:r>
              <a:rPr lang="en-ID" sz="1000">
                <a:solidFill>
                  <a:srgbClr val="FF0000"/>
                </a:solidFill>
                <a:latin typeface="Consolas"/>
                <a:ea typeface="Consolas"/>
                <a:cs typeface="Consolas"/>
                <a:sym typeface="Consolas"/>
              </a:rPr>
              <a:t>                child: Container(</a:t>
            </a:r>
            <a:endParaRPr/>
          </a:p>
          <a:p>
            <a:pPr indent="0" lvl="0" marL="0" marR="0" rtl="0" algn="l">
              <a:spcBef>
                <a:spcPts val="0"/>
              </a:spcBef>
              <a:spcAft>
                <a:spcPts val="0"/>
              </a:spcAft>
              <a:buNone/>
            </a:pPr>
            <a:r>
              <a:rPr lang="en-ID" sz="1000">
                <a:solidFill>
                  <a:srgbClr val="FF0000"/>
                </a:solidFill>
                <a:latin typeface="Consolas"/>
                <a:ea typeface="Consolas"/>
                <a:cs typeface="Consolas"/>
                <a:sym typeface="Consolas"/>
              </a:rPr>
              <a:t>                  height: 50,</a:t>
            </a:r>
            <a:endParaRPr/>
          </a:p>
          <a:p>
            <a:pPr indent="0" lvl="0" marL="0" marR="0" rtl="0" algn="l">
              <a:spcBef>
                <a:spcPts val="0"/>
              </a:spcBef>
              <a:spcAft>
                <a:spcPts val="0"/>
              </a:spcAft>
              <a:buNone/>
            </a:pPr>
            <a:r>
              <a:rPr lang="en-ID" sz="1000">
                <a:solidFill>
                  <a:srgbClr val="FF0000"/>
                </a:solidFill>
                <a:latin typeface="Consolas"/>
                <a:ea typeface="Consolas"/>
                <a:cs typeface="Consolas"/>
                <a:sym typeface="Consolas"/>
              </a:rPr>
              <a:t>                  width: 300,</a:t>
            </a:r>
            <a:endParaRPr/>
          </a:p>
          <a:p>
            <a:pPr indent="0" lvl="0" marL="0" marR="0" rtl="0" algn="l">
              <a:spcBef>
                <a:spcPts val="0"/>
              </a:spcBef>
              <a:spcAft>
                <a:spcPts val="0"/>
              </a:spcAft>
              <a:buNone/>
            </a:pPr>
            <a:r>
              <a:rPr lang="en-ID" sz="1000">
                <a:solidFill>
                  <a:srgbClr val="FF0000"/>
                </a:solidFill>
                <a:latin typeface="Consolas"/>
                <a:ea typeface="Consolas"/>
                <a:cs typeface="Consolas"/>
                <a:sym typeface="Consolas"/>
              </a:rPr>
              <a:t>                  decoration: BoxDecoration(</a:t>
            </a:r>
            <a:endParaRPr/>
          </a:p>
          <a:p>
            <a:pPr indent="0" lvl="0" marL="0" marR="0" rtl="0" algn="l">
              <a:spcBef>
                <a:spcPts val="0"/>
              </a:spcBef>
              <a:spcAft>
                <a:spcPts val="0"/>
              </a:spcAft>
              <a:buNone/>
            </a:pPr>
            <a:r>
              <a:rPr lang="en-ID" sz="1000">
                <a:solidFill>
                  <a:srgbClr val="FF0000"/>
                </a:solidFill>
                <a:latin typeface="Consolas"/>
                <a:ea typeface="Consolas"/>
                <a:cs typeface="Consolas"/>
                <a:sym typeface="Consolas"/>
              </a:rPr>
              <a:t>                         borderRadius: BorderRadius.circular(20)),</a:t>
            </a:r>
            <a:endParaRPr/>
          </a:p>
          <a:p>
            <a:pPr indent="0" lvl="0" marL="0" marR="0" rtl="0" algn="l">
              <a:spcBef>
                <a:spcPts val="0"/>
              </a:spcBef>
              <a:spcAft>
                <a:spcPts val="0"/>
              </a:spcAft>
              <a:buNone/>
            </a:pPr>
            <a:r>
              <a:rPr lang="en-ID" sz="1000">
                <a:solidFill>
                  <a:srgbClr val="FF0000"/>
                </a:solidFill>
                <a:latin typeface="Consolas"/>
                <a:ea typeface="Consolas"/>
                <a:cs typeface="Consolas"/>
                <a:sym typeface="Consolas"/>
              </a:rPr>
              <a:t>                  child: ElevatedButton(</a:t>
            </a:r>
            <a:endParaRPr/>
          </a:p>
          <a:p>
            <a:pPr indent="0" lvl="0" marL="0" marR="0" rtl="0" algn="l">
              <a:spcBef>
                <a:spcPts val="0"/>
              </a:spcBef>
              <a:spcAft>
                <a:spcPts val="0"/>
              </a:spcAft>
              <a:buNone/>
            </a:pPr>
            <a:r>
              <a:rPr lang="en-ID" sz="1000">
                <a:solidFill>
                  <a:srgbClr val="FF0000"/>
                </a:solidFill>
                <a:latin typeface="Consolas"/>
                <a:ea typeface="Consolas"/>
                <a:cs typeface="Consolas"/>
                <a:sym typeface="Consolas"/>
              </a:rPr>
              <a:t>                    onPressed: () {},</a:t>
            </a:r>
            <a:endParaRPr/>
          </a:p>
          <a:p>
            <a:pPr indent="0" lvl="0" marL="0" marR="0" rtl="0" algn="l">
              <a:spcBef>
                <a:spcPts val="0"/>
              </a:spcBef>
              <a:spcAft>
                <a:spcPts val="0"/>
              </a:spcAft>
              <a:buNone/>
            </a:pPr>
            <a:r>
              <a:rPr lang="en-ID" sz="1000">
                <a:solidFill>
                  <a:srgbClr val="FF0000"/>
                </a:solidFill>
                <a:latin typeface="Consolas"/>
                <a:ea typeface="Consolas"/>
                <a:cs typeface="Consolas"/>
                <a:sym typeface="Consolas"/>
              </a:rPr>
              <a:t>                    child: Text(</a:t>
            </a:r>
            <a:endParaRPr/>
          </a:p>
          <a:p>
            <a:pPr indent="0" lvl="0" marL="0" marR="0" rtl="0" algn="l">
              <a:spcBef>
                <a:spcPts val="0"/>
              </a:spcBef>
              <a:spcAft>
                <a:spcPts val="0"/>
              </a:spcAft>
              <a:buNone/>
            </a:pPr>
            <a:r>
              <a:rPr lang="en-ID" sz="1000">
                <a:solidFill>
                  <a:srgbClr val="FF0000"/>
                </a:solidFill>
                <a:latin typeface="Consolas"/>
                <a:ea typeface="Consolas"/>
                <a:cs typeface="Consolas"/>
                <a:sym typeface="Consolas"/>
              </a:rPr>
              <a:t>                      'Login',</a:t>
            </a:r>
            <a:endParaRPr/>
          </a:p>
          <a:p>
            <a:pPr indent="0" lvl="0" marL="0" marR="0" rtl="0" algn="l">
              <a:spcBef>
                <a:spcPts val="0"/>
              </a:spcBef>
              <a:spcAft>
                <a:spcPts val="0"/>
              </a:spcAft>
              <a:buNone/>
            </a:pPr>
            <a:r>
              <a:rPr lang="en-ID" sz="1000">
                <a:solidFill>
                  <a:srgbClr val="FF0000"/>
                </a:solidFill>
                <a:latin typeface="Consolas"/>
                <a:ea typeface="Consolas"/>
                <a:cs typeface="Consolas"/>
                <a:sym typeface="Consolas"/>
              </a:rPr>
              <a:t>                      style: TextStyle(fontSize: 25),</a:t>
            </a:r>
            <a:endParaRPr/>
          </a:p>
          <a:p>
            <a:pPr indent="0" lvl="0" marL="0" marR="0" rtl="0" algn="l">
              <a:spcBef>
                <a:spcPts val="0"/>
              </a:spcBef>
              <a:spcAft>
                <a:spcPts val="0"/>
              </a:spcAft>
              <a:buNone/>
            </a:pPr>
            <a:r>
              <a:rPr lang="en-ID" sz="1000">
                <a:solidFill>
                  <a:srgbClr val="FF0000"/>
                </a:solidFill>
                <a:latin typeface="Consolas"/>
                <a:ea typeface="Consolas"/>
                <a:cs typeface="Consolas"/>
                <a:sym typeface="Consolas"/>
              </a:rPr>
              <a:t>                    ),</a:t>
            </a:r>
            <a:endParaRPr/>
          </a:p>
          <a:p>
            <a:pPr indent="0" lvl="0" marL="0" marR="0" rtl="0" algn="l">
              <a:spcBef>
                <a:spcPts val="0"/>
              </a:spcBef>
              <a:spcAft>
                <a:spcPts val="0"/>
              </a:spcAft>
              <a:buNone/>
            </a:pPr>
            <a:r>
              <a:rPr lang="en-ID" sz="1000">
                <a:solidFill>
                  <a:srgbClr val="FF0000"/>
                </a:solidFill>
                <a:latin typeface="Consolas"/>
                <a:ea typeface="Consolas"/>
                <a:cs typeface="Consolas"/>
                <a:sym typeface="Consolas"/>
              </a:rPr>
              <a:t>                  ),</a:t>
            </a:r>
            <a:endParaRPr/>
          </a:p>
          <a:p>
            <a:pPr indent="0" lvl="0" marL="0" marR="0" rtl="0" algn="l">
              <a:spcBef>
                <a:spcPts val="0"/>
              </a:spcBef>
              <a:spcAft>
                <a:spcPts val="0"/>
              </a:spcAft>
              <a:buNone/>
            </a:pPr>
            <a:r>
              <a:rPr lang="en-ID" sz="1000">
                <a:solidFill>
                  <a:srgbClr val="FF0000"/>
                </a:solidFill>
                <a:latin typeface="Consolas"/>
                <a:ea typeface="Consolas"/>
                <a:cs typeface="Consolas"/>
                <a:sym typeface="Consolas"/>
              </a:rPr>
              <a:t>                )),</a:t>
            </a:r>
            <a:endParaRPr/>
          </a:p>
        </p:txBody>
      </p:sp>
      <p:sp>
        <p:nvSpPr>
          <p:cNvPr id="228" name="Google Shape;228;p18"/>
          <p:cNvSpPr/>
          <p:nvPr/>
        </p:nvSpPr>
        <p:spPr>
          <a:xfrm>
            <a:off x="4328160" y="1015380"/>
            <a:ext cx="330924" cy="2091585"/>
          </a:xfrm>
          <a:prstGeom prst="arc">
            <a:avLst>
              <a:gd fmla="val 16200000" name="adj1"/>
              <a:gd fmla="val 5221583" name="adj2"/>
            </a:avLst>
          </a:prstGeom>
          <a:noFill/>
          <a:ln cap="flat" cmpd="sng" w="25400">
            <a:solidFill>
              <a:schemeClr val="accent1"/>
            </a:solidFill>
            <a:prstDash val="solid"/>
            <a:round/>
            <a:headEnd len="sm" w="sm" type="none"/>
            <a:tailEnd len="sm" w="sm" type="none"/>
          </a:ln>
          <a:effectLst>
            <a:outerShdw blurRad="40000" rotWithShape="0" dir="5400000" dist="20000">
              <a:srgbClr val="000000">
                <a:alpha val="37647"/>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Arial"/>
              <a:ea typeface="Arial"/>
              <a:cs typeface="Arial"/>
              <a:sym typeface="Arial"/>
            </a:endParaRPr>
          </a:p>
        </p:txBody>
      </p:sp>
      <p:pic>
        <p:nvPicPr>
          <p:cNvPr id="229" name="Google Shape;229;p18"/>
          <p:cNvPicPr preferRelativeResize="0"/>
          <p:nvPr/>
        </p:nvPicPr>
        <p:blipFill rotWithShape="1">
          <a:blip r:embed="rId4">
            <a:alphaModFix/>
          </a:blip>
          <a:srcRect b="0" l="0" r="0" t="0"/>
          <a:stretch/>
        </p:blipFill>
        <p:spPr>
          <a:xfrm>
            <a:off x="6158411" y="3206750"/>
            <a:ext cx="1879600" cy="1936750"/>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233" name="Shape 233"/>
        <p:cNvGrpSpPr/>
        <p:nvPr/>
      </p:nvGrpSpPr>
      <p:grpSpPr>
        <a:xfrm>
          <a:off x="0" y="0"/>
          <a:ext cx="0" cy="0"/>
          <a:chOff x="0" y="0"/>
          <a:chExt cx="0" cy="0"/>
        </a:xfrm>
      </p:grpSpPr>
      <p:sp>
        <p:nvSpPr>
          <p:cNvPr id="234" name="Google Shape;234;p19"/>
          <p:cNvSpPr txBox="1"/>
          <p:nvPr>
            <p:ph type="title"/>
          </p:nvPr>
        </p:nvSpPr>
        <p:spPr>
          <a:xfrm>
            <a:off x="0" y="0"/>
            <a:ext cx="8229600" cy="576943"/>
          </a:xfrm>
          <a:prstGeom prst="rect">
            <a:avLst/>
          </a:prstGeom>
          <a:noFill/>
          <a:ln>
            <a:noFill/>
          </a:ln>
        </p:spPr>
        <p:txBody>
          <a:bodyPr anchorCtr="0" anchor="ctr" bIns="45700" lIns="91425" spcFirstLastPara="1" rIns="91425" wrap="square" tIns="45700">
            <a:normAutofit fontScale="90000"/>
          </a:bodyPr>
          <a:lstStyle/>
          <a:p>
            <a:pPr indent="0" lvl="0" marL="0" rtl="0" algn="l">
              <a:spcBef>
                <a:spcPts val="0"/>
              </a:spcBef>
              <a:spcAft>
                <a:spcPts val="0"/>
              </a:spcAft>
              <a:buClr>
                <a:srgbClr val="000090"/>
              </a:buClr>
              <a:buSzPct val="100000"/>
              <a:buFont typeface="Arial"/>
              <a:buNone/>
            </a:pPr>
            <a:r>
              <a:rPr b="1" lang="en-ID" sz="3600">
                <a:solidFill>
                  <a:srgbClr val="000090"/>
                </a:solidFill>
              </a:rPr>
              <a:t> Check User ID</a:t>
            </a:r>
            <a:endParaRPr/>
          </a:p>
        </p:txBody>
      </p:sp>
      <p:cxnSp>
        <p:nvCxnSpPr>
          <p:cNvPr id="235" name="Google Shape;235;p19"/>
          <p:cNvCxnSpPr/>
          <p:nvPr/>
        </p:nvCxnSpPr>
        <p:spPr>
          <a:xfrm>
            <a:off x="0" y="576943"/>
            <a:ext cx="7336971" cy="1588"/>
          </a:xfrm>
          <a:prstGeom prst="straightConnector1">
            <a:avLst/>
          </a:prstGeom>
          <a:noFill/>
          <a:ln cap="flat" cmpd="sng" w="25400">
            <a:solidFill>
              <a:schemeClr val="accent1"/>
            </a:solidFill>
            <a:prstDash val="solid"/>
            <a:round/>
            <a:headEnd len="sm" w="sm" type="none"/>
            <a:tailEnd len="sm" w="sm" type="none"/>
          </a:ln>
          <a:effectLst>
            <a:outerShdw blurRad="40000" rotWithShape="0" dir="5400000" dist="20000">
              <a:srgbClr val="000000">
                <a:alpha val="37647"/>
              </a:srgbClr>
            </a:outerShdw>
          </a:effectLst>
        </p:spPr>
      </p:cxnSp>
      <p:sp>
        <p:nvSpPr>
          <p:cNvPr id="236" name="Google Shape;236;p19"/>
          <p:cNvSpPr txBox="1"/>
          <p:nvPr>
            <p:ph idx="1" type="body"/>
          </p:nvPr>
        </p:nvSpPr>
        <p:spPr>
          <a:xfrm>
            <a:off x="460375" y="817124"/>
            <a:ext cx="8151997" cy="3968632"/>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1400"/>
              <a:buNone/>
            </a:pPr>
            <a:r>
              <a:rPr lang="en-ID" sz="1400"/>
              <a:t>Add checking of shared preference user_id. </a:t>
            </a:r>
            <a:endParaRPr/>
          </a:p>
          <a:p>
            <a:pPr indent="0" lvl="0" marL="0" rtl="0" algn="l">
              <a:spcBef>
                <a:spcPts val="240"/>
              </a:spcBef>
              <a:spcAft>
                <a:spcPts val="0"/>
              </a:spcAft>
              <a:buClr>
                <a:schemeClr val="dk1"/>
              </a:buClr>
              <a:buSzPts val="1200"/>
              <a:buNone/>
            </a:pPr>
            <a:r>
              <a:t/>
            </a:r>
            <a:endParaRPr sz="1200"/>
          </a:p>
          <a:p>
            <a:pPr indent="0" lvl="0" marL="0" rtl="0" algn="l">
              <a:spcBef>
                <a:spcPts val="240"/>
              </a:spcBef>
              <a:spcAft>
                <a:spcPts val="0"/>
              </a:spcAft>
              <a:buClr>
                <a:schemeClr val="dk1"/>
              </a:buClr>
              <a:buSzPts val="1200"/>
              <a:buNone/>
            </a:pPr>
            <a:r>
              <a:rPr lang="en-ID" sz="1200"/>
              <a:t>dependencies:</a:t>
            </a:r>
            <a:endParaRPr/>
          </a:p>
          <a:p>
            <a:pPr indent="0" lvl="0" marL="0" rtl="0" algn="l">
              <a:spcBef>
                <a:spcPts val="240"/>
              </a:spcBef>
              <a:spcAft>
                <a:spcPts val="0"/>
              </a:spcAft>
              <a:buClr>
                <a:schemeClr val="dk1"/>
              </a:buClr>
              <a:buSzPts val="1200"/>
              <a:buNone/>
            </a:pPr>
            <a:r>
              <a:rPr lang="en-ID" sz="1200">
                <a:latin typeface="Consolas"/>
                <a:ea typeface="Consolas"/>
                <a:cs typeface="Consolas"/>
                <a:sym typeface="Consolas"/>
              </a:rPr>
              <a:t>        </a:t>
            </a:r>
            <a:r>
              <a:rPr lang="en-ID" sz="1200">
                <a:solidFill>
                  <a:srgbClr val="FF0000"/>
                </a:solidFill>
                <a:latin typeface="Consolas"/>
                <a:ea typeface="Consolas"/>
                <a:cs typeface="Consolas"/>
                <a:sym typeface="Consolas"/>
              </a:rPr>
              <a:t>shared_preferences: ^2.5.3</a:t>
            </a:r>
            <a:endParaRPr sz="1200">
              <a:solidFill>
                <a:srgbClr val="FF0000"/>
              </a:solidFill>
              <a:latin typeface="Consolas"/>
              <a:ea typeface="Consolas"/>
              <a:cs typeface="Consolas"/>
              <a:sym typeface="Consolas"/>
            </a:endParaRPr>
          </a:p>
          <a:p>
            <a:pPr indent="0" lvl="0" marL="0" rtl="0" algn="l">
              <a:spcBef>
                <a:spcPts val="280"/>
              </a:spcBef>
              <a:spcAft>
                <a:spcPts val="0"/>
              </a:spcAft>
              <a:buClr>
                <a:schemeClr val="dk1"/>
              </a:buClr>
              <a:buSzPts val="1400"/>
              <a:buNone/>
            </a:pPr>
            <a:br>
              <a:rPr lang="en-ID" sz="1400"/>
            </a:br>
            <a:r>
              <a:rPr lang="en-ID" sz="1400"/>
              <a:t>add import (in main.dart):</a:t>
            </a:r>
            <a:endParaRPr/>
          </a:p>
          <a:p>
            <a:pPr indent="0" lvl="0" marL="0" rtl="0" algn="l">
              <a:spcBef>
                <a:spcPts val="200"/>
              </a:spcBef>
              <a:spcAft>
                <a:spcPts val="0"/>
              </a:spcAft>
              <a:buClr>
                <a:srgbClr val="FF0000"/>
              </a:buClr>
              <a:buSzPts val="1000"/>
              <a:buNone/>
            </a:pPr>
            <a:r>
              <a:rPr lang="en-ID" sz="1000">
                <a:solidFill>
                  <a:srgbClr val="FF0000"/>
                </a:solidFill>
                <a:latin typeface="Consolas"/>
                <a:ea typeface="Consolas"/>
                <a:cs typeface="Consolas"/>
                <a:sym typeface="Consolas"/>
              </a:rPr>
              <a:t>import 'package:shared_preferences/shared_preferences.dart';</a:t>
            </a:r>
            <a:endParaRPr/>
          </a:p>
          <a:p>
            <a:pPr indent="0" lvl="0" marL="0" rtl="0" algn="l">
              <a:spcBef>
                <a:spcPts val="280"/>
              </a:spcBef>
              <a:spcAft>
                <a:spcPts val="0"/>
              </a:spcAft>
              <a:buClr>
                <a:schemeClr val="dk1"/>
              </a:buClr>
              <a:buSzPts val="1400"/>
              <a:buNone/>
            </a:pPr>
            <a:br>
              <a:rPr lang="en-ID" sz="1400"/>
            </a:br>
            <a:r>
              <a:rPr lang="en-ID" sz="1400"/>
              <a:t>add global variable (in main.dart):</a:t>
            </a:r>
            <a:endParaRPr/>
          </a:p>
          <a:p>
            <a:pPr indent="0" lvl="0" marL="0" rtl="0" algn="l">
              <a:spcBef>
                <a:spcPts val="240"/>
              </a:spcBef>
              <a:spcAft>
                <a:spcPts val="0"/>
              </a:spcAft>
              <a:buClr>
                <a:srgbClr val="FF0000"/>
              </a:buClr>
              <a:buSzPts val="1200"/>
              <a:buNone/>
            </a:pPr>
            <a:r>
              <a:rPr lang="en-ID" sz="1200">
                <a:solidFill>
                  <a:srgbClr val="FF0000"/>
                </a:solidFill>
                <a:latin typeface="Consolas"/>
                <a:ea typeface="Consolas"/>
                <a:cs typeface="Consolas"/>
                <a:sym typeface="Consolas"/>
              </a:rPr>
              <a:t>String active_user = "";</a:t>
            </a:r>
            <a:endParaRPr/>
          </a:p>
          <a:p>
            <a:pPr indent="0" lvl="0" marL="0" rtl="0" algn="l">
              <a:spcBef>
                <a:spcPts val="280"/>
              </a:spcBef>
              <a:spcAft>
                <a:spcPts val="0"/>
              </a:spcAft>
              <a:buClr>
                <a:schemeClr val="dk1"/>
              </a:buClr>
              <a:buSzPts val="1400"/>
              <a:buNone/>
            </a:pPr>
            <a:r>
              <a:t/>
            </a:r>
            <a:endParaRPr sz="1400"/>
          </a:p>
          <a:p>
            <a:pPr indent="0" lvl="0" marL="0" rtl="0" algn="l">
              <a:spcBef>
                <a:spcPts val="280"/>
              </a:spcBef>
              <a:spcAft>
                <a:spcPts val="0"/>
              </a:spcAft>
              <a:buClr>
                <a:schemeClr val="dk1"/>
              </a:buClr>
              <a:buSzPts val="1400"/>
              <a:buNone/>
            </a:pPr>
            <a:r>
              <a:rPr lang="en-ID" sz="1400"/>
              <a:t>add function to check user (in main.dart)</a:t>
            </a:r>
            <a:endParaRPr/>
          </a:p>
          <a:p>
            <a:pPr indent="0" lvl="0" marL="0" rtl="0" algn="l">
              <a:spcBef>
                <a:spcPts val="240"/>
              </a:spcBef>
              <a:spcAft>
                <a:spcPts val="0"/>
              </a:spcAft>
              <a:buClr>
                <a:srgbClr val="FF0000"/>
              </a:buClr>
              <a:buSzPts val="1200"/>
              <a:buNone/>
            </a:pPr>
            <a:r>
              <a:rPr lang="en-ID" sz="1200">
                <a:solidFill>
                  <a:srgbClr val="FF0000"/>
                </a:solidFill>
                <a:latin typeface="Consolas"/>
                <a:ea typeface="Consolas"/>
                <a:cs typeface="Consolas"/>
                <a:sym typeface="Consolas"/>
              </a:rPr>
              <a:t>Future&lt;String&gt; checkUser() async {</a:t>
            </a:r>
            <a:endParaRPr/>
          </a:p>
          <a:p>
            <a:pPr indent="0" lvl="0" marL="0" rtl="0" algn="l">
              <a:spcBef>
                <a:spcPts val="240"/>
              </a:spcBef>
              <a:spcAft>
                <a:spcPts val="0"/>
              </a:spcAft>
              <a:buClr>
                <a:srgbClr val="FF0000"/>
              </a:buClr>
              <a:buSzPts val="1200"/>
              <a:buNone/>
            </a:pPr>
            <a:r>
              <a:rPr lang="en-ID" sz="1200">
                <a:solidFill>
                  <a:srgbClr val="FF0000"/>
                </a:solidFill>
                <a:latin typeface="Consolas"/>
                <a:ea typeface="Consolas"/>
                <a:cs typeface="Consolas"/>
                <a:sym typeface="Consolas"/>
              </a:rPr>
              <a:t>    final prefs = await SharedPreferences.getInstance();</a:t>
            </a:r>
            <a:endParaRPr/>
          </a:p>
          <a:p>
            <a:pPr indent="0" lvl="0" marL="0" rtl="0" algn="l">
              <a:spcBef>
                <a:spcPts val="240"/>
              </a:spcBef>
              <a:spcAft>
                <a:spcPts val="0"/>
              </a:spcAft>
              <a:buClr>
                <a:srgbClr val="FF0000"/>
              </a:buClr>
              <a:buSzPts val="1200"/>
              <a:buNone/>
            </a:pPr>
            <a:r>
              <a:rPr lang="en-ID" sz="1200">
                <a:solidFill>
                  <a:srgbClr val="FF0000"/>
                </a:solidFill>
                <a:latin typeface="Consolas"/>
                <a:ea typeface="Consolas"/>
                <a:cs typeface="Consolas"/>
                <a:sym typeface="Consolas"/>
              </a:rPr>
              <a:t>    String user_id = prefs.getString("user_id") ?? '';</a:t>
            </a:r>
            <a:endParaRPr/>
          </a:p>
          <a:p>
            <a:pPr indent="0" lvl="0" marL="0" rtl="0" algn="l">
              <a:spcBef>
                <a:spcPts val="240"/>
              </a:spcBef>
              <a:spcAft>
                <a:spcPts val="0"/>
              </a:spcAft>
              <a:buClr>
                <a:srgbClr val="FF0000"/>
              </a:buClr>
              <a:buSzPts val="1200"/>
              <a:buNone/>
            </a:pPr>
            <a:r>
              <a:rPr lang="en-ID" sz="1200">
                <a:solidFill>
                  <a:srgbClr val="FF0000"/>
                </a:solidFill>
                <a:latin typeface="Consolas"/>
                <a:ea typeface="Consolas"/>
                <a:cs typeface="Consolas"/>
                <a:sym typeface="Consolas"/>
              </a:rPr>
              <a:t>    return user_id;</a:t>
            </a:r>
            <a:endParaRPr/>
          </a:p>
          <a:p>
            <a:pPr indent="0" lvl="0" marL="0" rtl="0" algn="l">
              <a:spcBef>
                <a:spcPts val="240"/>
              </a:spcBef>
              <a:spcAft>
                <a:spcPts val="0"/>
              </a:spcAft>
              <a:buClr>
                <a:srgbClr val="FF0000"/>
              </a:buClr>
              <a:buSzPts val="1200"/>
              <a:buNone/>
            </a:pPr>
            <a:r>
              <a:rPr lang="en-ID" sz="1200">
                <a:solidFill>
                  <a:srgbClr val="FF0000"/>
                </a:solidFill>
                <a:latin typeface="Consolas"/>
                <a:ea typeface="Consolas"/>
                <a:cs typeface="Consolas"/>
                <a:sym typeface="Consolas"/>
              </a:rPr>
              <a:t>  }</a:t>
            </a:r>
            <a:endParaRPr sz="1800"/>
          </a:p>
        </p:txBody>
      </p:sp>
      <p:sp>
        <p:nvSpPr>
          <p:cNvPr descr="Google's Flutter framework spreads its wings and goes multi-platform |  TechCrunch" id="237" name="Google Shape;237;p19"/>
          <p:cNvSpPr/>
          <p:nvPr/>
        </p:nvSpPr>
        <p:spPr>
          <a:xfrm>
            <a:off x="155575" y="-144463"/>
            <a:ext cx="304800" cy="304801"/>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38" name="Google Shape;238;p19"/>
          <p:cNvSpPr txBox="1"/>
          <p:nvPr/>
        </p:nvSpPr>
        <p:spPr>
          <a:xfrm>
            <a:off x="5468982" y="1153886"/>
            <a:ext cx="3735977" cy="2400657"/>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ID" sz="1400">
                <a:solidFill>
                  <a:schemeClr val="dk1"/>
                </a:solidFill>
                <a:latin typeface="Arial"/>
                <a:ea typeface="Arial"/>
                <a:cs typeface="Arial"/>
                <a:sym typeface="Arial"/>
              </a:rPr>
              <a:t>Replace </a:t>
            </a:r>
            <a:r>
              <a:rPr b="1" lang="en-ID" sz="1400">
                <a:solidFill>
                  <a:schemeClr val="dk1"/>
                </a:solidFill>
                <a:latin typeface="Consolas"/>
                <a:ea typeface="Consolas"/>
                <a:cs typeface="Consolas"/>
                <a:sym typeface="Consolas"/>
              </a:rPr>
              <a:t>runApp(myApp())</a:t>
            </a:r>
            <a:r>
              <a:rPr lang="en-ID" sz="1400">
                <a:solidFill>
                  <a:schemeClr val="dk1"/>
                </a:solidFill>
                <a:latin typeface="Consolas"/>
                <a:ea typeface="Consolas"/>
                <a:cs typeface="Consolas"/>
                <a:sym typeface="Consolas"/>
              </a:rPr>
              <a:t>;</a:t>
            </a:r>
            <a:r>
              <a:rPr lang="en-ID" sz="1400">
                <a:solidFill>
                  <a:schemeClr val="dk1"/>
                </a:solidFill>
                <a:latin typeface="Arial"/>
                <a:ea typeface="Arial"/>
                <a:cs typeface="Arial"/>
                <a:sym typeface="Arial"/>
              </a:rPr>
              <a:t> </a:t>
            </a:r>
            <a:br>
              <a:rPr lang="en-ID" sz="1400">
                <a:solidFill>
                  <a:schemeClr val="dk1"/>
                </a:solidFill>
                <a:latin typeface="Arial"/>
                <a:ea typeface="Arial"/>
                <a:cs typeface="Arial"/>
                <a:sym typeface="Arial"/>
              </a:rPr>
            </a:br>
            <a:r>
              <a:rPr lang="en-ID" sz="1400">
                <a:solidFill>
                  <a:schemeClr val="dk1"/>
                </a:solidFill>
                <a:latin typeface="Arial"/>
                <a:ea typeface="Arial"/>
                <a:cs typeface="Arial"/>
                <a:sym typeface="Arial"/>
              </a:rPr>
              <a:t>on </a:t>
            </a:r>
            <a:r>
              <a:rPr lang="en-ID" sz="1400">
                <a:solidFill>
                  <a:schemeClr val="dk1"/>
                </a:solidFill>
                <a:latin typeface="Consolas"/>
                <a:ea typeface="Consolas"/>
                <a:cs typeface="Consolas"/>
                <a:sym typeface="Consolas"/>
              </a:rPr>
              <a:t>void </a:t>
            </a:r>
            <a:r>
              <a:rPr b="1" lang="en-ID" sz="1400">
                <a:solidFill>
                  <a:schemeClr val="dk1"/>
                </a:solidFill>
                <a:latin typeface="Consolas"/>
                <a:ea typeface="Consolas"/>
                <a:cs typeface="Consolas"/>
                <a:sym typeface="Consolas"/>
              </a:rPr>
              <a:t>main</a:t>
            </a:r>
            <a:r>
              <a:rPr lang="en-ID" sz="1400">
                <a:solidFill>
                  <a:schemeClr val="dk1"/>
                </a:solidFill>
                <a:latin typeface="Arial"/>
                <a:ea typeface="Arial"/>
                <a:cs typeface="Arial"/>
                <a:sym typeface="Arial"/>
              </a:rPr>
              <a:t> with:</a:t>
            </a:r>
            <a:endParaRPr/>
          </a:p>
          <a:p>
            <a:pPr indent="0" lvl="0" marL="0" marR="0" rtl="0" algn="l">
              <a:spcBef>
                <a:spcPts val="0"/>
              </a:spcBef>
              <a:spcAft>
                <a:spcPts val="0"/>
              </a:spcAft>
              <a:buNone/>
            </a:pPr>
            <a:r>
              <a:t/>
            </a:r>
            <a:endParaRPr sz="1400">
              <a:solidFill>
                <a:schemeClr val="dk1"/>
              </a:solidFill>
              <a:latin typeface="Arial"/>
              <a:ea typeface="Arial"/>
              <a:cs typeface="Arial"/>
              <a:sym typeface="Arial"/>
            </a:endParaRPr>
          </a:p>
          <a:p>
            <a:pPr indent="0" lvl="0" marL="0" marR="0" rtl="0" algn="l">
              <a:spcBef>
                <a:spcPts val="0"/>
              </a:spcBef>
              <a:spcAft>
                <a:spcPts val="0"/>
              </a:spcAft>
              <a:buNone/>
            </a:pPr>
            <a:r>
              <a:rPr lang="en-ID" sz="1200">
                <a:solidFill>
                  <a:srgbClr val="FF0000"/>
                </a:solidFill>
                <a:latin typeface="Consolas"/>
                <a:ea typeface="Consolas"/>
                <a:cs typeface="Consolas"/>
                <a:sym typeface="Consolas"/>
              </a:rPr>
              <a:t>WidgetsFlutterBinding.ensureInitialized();</a:t>
            </a:r>
            <a:endParaRPr/>
          </a:p>
          <a:p>
            <a:pPr indent="0" lvl="0" marL="0" marR="0" rtl="0" algn="l">
              <a:spcBef>
                <a:spcPts val="0"/>
              </a:spcBef>
              <a:spcAft>
                <a:spcPts val="0"/>
              </a:spcAft>
              <a:buNone/>
            </a:pPr>
            <a:r>
              <a:rPr lang="en-ID" sz="1200">
                <a:solidFill>
                  <a:srgbClr val="FF0000"/>
                </a:solidFill>
                <a:latin typeface="Consolas"/>
                <a:ea typeface="Consolas"/>
                <a:cs typeface="Consolas"/>
                <a:sym typeface="Consolas"/>
              </a:rPr>
              <a:t>  checkUser().then((String result) {</a:t>
            </a:r>
            <a:endParaRPr/>
          </a:p>
          <a:p>
            <a:pPr indent="0" lvl="0" marL="0" marR="0" rtl="0" algn="l">
              <a:spcBef>
                <a:spcPts val="0"/>
              </a:spcBef>
              <a:spcAft>
                <a:spcPts val="0"/>
              </a:spcAft>
              <a:buNone/>
            </a:pPr>
            <a:r>
              <a:rPr lang="en-ID" sz="1200">
                <a:solidFill>
                  <a:srgbClr val="FF0000"/>
                </a:solidFill>
                <a:latin typeface="Consolas"/>
                <a:ea typeface="Consolas"/>
                <a:cs typeface="Consolas"/>
                <a:sym typeface="Consolas"/>
              </a:rPr>
              <a:t>    if (result == '')</a:t>
            </a:r>
            <a:endParaRPr/>
          </a:p>
          <a:p>
            <a:pPr indent="0" lvl="0" marL="0" marR="0" rtl="0" algn="l">
              <a:spcBef>
                <a:spcPts val="0"/>
              </a:spcBef>
              <a:spcAft>
                <a:spcPts val="0"/>
              </a:spcAft>
              <a:buNone/>
            </a:pPr>
            <a:r>
              <a:rPr lang="en-ID" sz="1200">
                <a:solidFill>
                  <a:srgbClr val="FF0000"/>
                </a:solidFill>
                <a:latin typeface="Consolas"/>
                <a:ea typeface="Consolas"/>
                <a:cs typeface="Consolas"/>
                <a:sym typeface="Consolas"/>
              </a:rPr>
              <a:t>      runApp(MyLogin());</a:t>
            </a:r>
            <a:endParaRPr/>
          </a:p>
          <a:p>
            <a:pPr indent="0" lvl="0" marL="0" marR="0" rtl="0" algn="l">
              <a:spcBef>
                <a:spcPts val="0"/>
              </a:spcBef>
              <a:spcAft>
                <a:spcPts val="0"/>
              </a:spcAft>
              <a:buNone/>
            </a:pPr>
            <a:r>
              <a:rPr lang="en-ID" sz="1200">
                <a:solidFill>
                  <a:srgbClr val="FF0000"/>
                </a:solidFill>
                <a:latin typeface="Consolas"/>
                <a:ea typeface="Consolas"/>
                <a:cs typeface="Consolas"/>
                <a:sym typeface="Consolas"/>
              </a:rPr>
              <a:t>    else {</a:t>
            </a:r>
            <a:endParaRPr/>
          </a:p>
          <a:p>
            <a:pPr indent="0" lvl="0" marL="0" marR="0" rtl="0" algn="l">
              <a:spcBef>
                <a:spcPts val="0"/>
              </a:spcBef>
              <a:spcAft>
                <a:spcPts val="0"/>
              </a:spcAft>
              <a:buNone/>
            </a:pPr>
            <a:r>
              <a:rPr lang="en-ID" sz="1200">
                <a:solidFill>
                  <a:srgbClr val="FF0000"/>
                </a:solidFill>
                <a:latin typeface="Consolas"/>
                <a:ea typeface="Consolas"/>
                <a:cs typeface="Consolas"/>
                <a:sym typeface="Consolas"/>
              </a:rPr>
              <a:t>      active_user = result;</a:t>
            </a:r>
            <a:endParaRPr/>
          </a:p>
          <a:p>
            <a:pPr indent="0" lvl="0" marL="0" marR="0" rtl="0" algn="l">
              <a:spcBef>
                <a:spcPts val="0"/>
              </a:spcBef>
              <a:spcAft>
                <a:spcPts val="0"/>
              </a:spcAft>
              <a:buNone/>
            </a:pPr>
            <a:r>
              <a:rPr lang="en-ID" sz="1200">
                <a:solidFill>
                  <a:srgbClr val="FF0000"/>
                </a:solidFill>
                <a:latin typeface="Consolas"/>
                <a:ea typeface="Consolas"/>
                <a:cs typeface="Consolas"/>
                <a:sym typeface="Consolas"/>
              </a:rPr>
              <a:t>      runApp(MyApp());</a:t>
            </a:r>
            <a:endParaRPr/>
          </a:p>
          <a:p>
            <a:pPr indent="0" lvl="0" marL="0" marR="0" rtl="0" algn="l">
              <a:spcBef>
                <a:spcPts val="0"/>
              </a:spcBef>
              <a:spcAft>
                <a:spcPts val="0"/>
              </a:spcAft>
              <a:buNone/>
            </a:pPr>
            <a:r>
              <a:rPr lang="en-ID" sz="1200">
                <a:solidFill>
                  <a:srgbClr val="FF0000"/>
                </a:solidFill>
                <a:latin typeface="Consolas"/>
                <a:ea typeface="Consolas"/>
                <a:cs typeface="Consolas"/>
                <a:sym typeface="Consolas"/>
              </a:rPr>
              <a:t>    }</a:t>
            </a:r>
            <a:endParaRPr/>
          </a:p>
          <a:p>
            <a:pPr indent="0" lvl="0" marL="0" marR="0" rtl="0" algn="l">
              <a:spcBef>
                <a:spcPts val="0"/>
              </a:spcBef>
              <a:spcAft>
                <a:spcPts val="0"/>
              </a:spcAft>
              <a:buNone/>
            </a:pPr>
            <a:r>
              <a:rPr lang="en-ID" sz="1200">
                <a:solidFill>
                  <a:srgbClr val="FF0000"/>
                </a:solidFill>
                <a:latin typeface="Consolas"/>
                <a:ea typeface="Consolas"/>
                <a:cs typeface="Consolas"/>
                <a:sym typeface="Consolas"/>
              </a:rPr>
              <a:t>  });</a:t>
            </a:r>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242" name="Shape 242"/>
        <p:cNvGrpSpPr/>
        <p:nvPr/>
      </p:nvGrpSpPr>
      <p:grpSpPr>
        <a:xfrm>
          <a:off x="0" y="0"/>
          <a:ext cx="0" cy="0"/>
          <a:chOff x="0" y="0"/>
          <a:chExt cx="0" cy="0"/>
        </a:xfrm>
      </p:grpSpPr>
      <p:sp>
        <p:nvSpPr>
          <p:cNvPr id="243" name="Google Shape;243;p20"/>
          <p:cNvSpPr txBox="1"/>
          <p:nvPr>
            <p:ph type="title"/>
          </p:nvPr>
        </p:nvSpPr>
        <p:spPr>
          <a:xfrm>
            <a:off x="0" y="0"/>
            <a:ext cx="8229600" cy="576943"/>
          </a:xfrm>
          <a:prstGeom prst="rect">
            <a:avLst/>
          </a:prstGeom>
          <a:noFill/>
          <a:ln>
            <a:noFill/>
          </a:ln>
        </p:spPr>
        <p:txBody>
          <a:bodyPr anchorCtr="0" anchor="ctr" bIns="45700" lIns="91425" spcFirstLastPara="1" rIns="91425" wrap="square" tIns="45700">
            <a:normAutofit fontScale="90000"/>
          </a:bodyPr>
          <a:lstStyle/>
          <a:p>
            <a:pPr indent="0" lvl="0" marL="0" rtl="0" algn="l">
              <a:spcBef>
                <a:spcPts val="0"/>
              </a:spcBef>
              <a:spcAft>
                <a:spcPts val="0"/>
              </a:spcAft>
              <a:buClr>
                <a:srgbClr val="000090"/>
              </a:buClr>
              <a:buSzPct val="100000"/>
              <a:buFont typeface="Arial"/>
              <a:buNone/>
            </a:pPr>
            <a:r>
              <a:rPr b="1" lang="en-ID" sz="3600">
                <a:solidFill>
                  <a:srgbClr val="000090"/>
                </a:solidFill>
              </a:rPr>
              <a:t> Do Login</a:t>
            </a:r>
            <a:endParaRPr/>
          </a:p>
        </p:txBody>
      </p:sp>
      <p:cxnSp>
        <p:nvCxnSpPr>
          <p:cNvPr id="244" name="Google Shape;244;p20"/>
          <p:cNvCxnSpPr/>
          <p:nvPr/>
        </p:nvCxnSpPr>
        <p:spPr>
          <a:xfrm>
            <a:off x="0" y="576943"/>
            <a:ext cx="7336971" cy="1588"/>
          </a:xfrm>
          <a:prstGeom prst="straightConnector1">
            <a:avLst/>
          </a:prstGeom>
          <a:noFill/>
          <a:ln cap="flat" cmpd="sng" w="25400">
            <a:solidFill>
              <a:schemeClr val="accent1"/>
            </a:solidFill>
            <a:prstDash val="solid"/>
            <a:round/>
            <a:headEnd len="sm" w="sm" type="none"/>
            <a:tailEnd len="sm" w="sm" type="none"/>
          </a:ln>
          <a:effectLst>
            <a:outerShdw blurRad="40000" rotWithShape="0" dir="5400000" dist="20000">
              <a:srgbClr val="000000">
                <a:alpha val="37647"/>
              </a:srgbClr>
            </a:outerShdw>
          </a:effectLst>
        </p:spPr>
      </p:cxnSp>
      <p:sp>
        <p:nvSpPr>
          <p:cNvPr id="245" name="Google Shape;245;p20"/>
          <p:cNvSpPr txBox="1"/>
          <p:nvPr>
            <p:ph idx="1" type="body"/>
          </p:nvPr>
        </p:nvSpPr>
        <p:spPr>
          <a:xfrm>
            <a:off x="460375" y="817124"/>
            <a:ext cx="8151997" cy="3968632"/>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1400"/>
              <a:buNone/>
            </a:pPr>
            <a:r>
              <a:rPr lang="en-ID" sz="1400"/>
              <a:t>Since we have not yet learnt about database, and in order to focus on the shared preference, this time we will not check anything about username and its password. Whatever user inputs in the user name and password field, we will accept it. The user name will be stored in shared preferences and screen is changed to the main screen. </a:t>
            </a:r>
            <a:endParaRPr/>
          </a:p>
          <a:p>
            <a:pPr indent="0" lvl="0" marL="0" rtl="0" algn="l">
              <a:spcBef>
                <a:spcPts val="280"/>
              </a:spcBef>
              <a:spcAft>
                <a:spcPts val="0"/>
              </a:spcAft>
              <a:buClr>
                <a:schemeClr val="dk1"/>
              </a:buClr>
              <a:buSzPts val="1400"/>
              <a:buNone/>
            </a:pPr>
            <a:r>
              <a:t/>
            </a:r>
            <a:endParaRPr sz="1400"/>
          </a:p>
          <a:p>
            <a:pPr indent="0" lvl="0" marL="0" rtl="0" algn="l">
              <a:spcBef>
                <a:spcPts val="280"/>
              </a:spcBef>
              <a:spcAft>
                <a:spcPts val="0"/>
              </a:spcAft>
              <a:buClr>
                <a:schemeClr val="dk1"/>
              </a:buClr>
              <a:buSzPts val="1400"/>
              <a:buNone/>
            </a:pPr>
            <a:r>
              <a:rPr b="1" lang="en-ID" sz="1400"/>
              <a:t>Prepare a variable that stores the value of Username textfield.</a:t>
            </a:r>
            <a:endParaRPr/>
          </a:p>
          <a:p>
            <a:pPr indent="0" lvl="0" marL="0" rtl="0" algn="l">
              <a:spcBef>
                <a:spcPts val="280"/>
              </a:spcBef>
              <a:spcAft>
                <a:spcPts val="0"/>
              </a:spcAft>
              <a:buClr>
                <a:schemeClr val="dk1"/>
              </a:buClr>
              <a:buSzPts val="1400"/>
              <a:buNone/>
            </a:pPr>
            <a:r>
              <a:rPr lang="en-ID" sz="1400"/>
              <a:t>Then create function to store it in shared preference. Call this function upon clicking the </a:t>
            </a:r>
            <a:r>
              <a:rPr b="1" lang="en-ID" sz="1400"/>
              <a:t>Login button</a:t>
            </a:r>
            <a:endParaRPr/>
          </a:p>
          <a:p>
            <a:pPr indent="0" lvl="0" marL="0" rtl="0" algn="l">
              <a:spcBef>
                <a:spcPts val="280"/>
              </a:spcBef>
              <a:spcAft>
                <a:spcPts val="0"/>
              </a:spcAft>
              <a:buClr>
                <a:srgbClr val="FF0000"/>
              </a:buClr>
              <a:buSzPts val="1400"/>
              <a:buNone/>
            </a:pPr>
            <a:r>
              <a:rPr lang="en-ID" sz="1400">
                <a:solidFill>
                  <a:srgbClr val="FF0000"/>
                </a:solidFill>
                <a:latin typeface="Consolas"/>
                <a:ea typeface="Consolas"/>
                <a:cs typeface="Consolas"/>
                <a:sym typeface="Consolas"/>
              </a:rPr>
              <a:t>void doLogin() async {</a:t>
            </a:r>
            <a:endParaRPr/>
          </a:p>
          <a:p>
            <a:pPr indent="0" lvl="0" marL="0" rtl="0" algn="l">
              <a:spcBef>
                <a:spcPts val="280"/>
              </a:spcBef>
              <a:spcAft>
                <a:spcPts val="0"/>
              </a:spcAft>
              <a:buClr>
                <a:srgbClr val="FF0000"/>
              </a:buClr>
              <a:buSzPts val="1400"/>
              <a:buNone/>
            </a:pPr>
            <a:r>
              <a:rPr lang="en-ID" sz="1400">
                <a:solidFill>
                  <a:srgbClr val="FF0000"/>
                </a:solidFill>
                <a:latin typeface="Consolas"/>
                <a:ea typeface="Consolas"/>
                <a:cs typeface="Consolas"/>
                <a:sym typeface="Consolas"/>
              </a:rPr>
              <a:t>    //later, we use web service here to check the user id and password</a:t>
            </a:r>
            <a:endParaRPr/>
          </a:p>
          <a:p>
            <a:pPr indent="0" lvl="0" marL="0" rtl="0" algn="l">
              <a:spcBef>
                <a:spcPts val="280"/>
              </a:spcBef>
              <a:spcAft>
                <a:spcPts val="0"/>
              </a:spcAft>
              <a:buClr>
                <a:srgbClr val="FF0000"/>
              </a:buClr>
              <a:buSzPts val="1400"/>
              <a:buNone/>
            </a:pPr>
            <a:r>
              <a:rPr lang="en-ID" sz="1400">
                <a:solidFill>
                  <a:srgbClr val="FF0000"/>
                </a:solidFill>
                <a:latin typeface="Consolas"/>
                <a:ea typeface="Consolas"/>
                <a:cs typeface="Consolas"/>
                <a:sym typeface="Consolas"/>
              </a:rPr>
              <a:t>    final prefs = await SharedPreferences.getInstance();</a:t>
            </a:r>
            <a:endParaRPr/>
          </a:p>
          <a:p>
            <a:pPr indent="0" lvl="0" marL="0" rtl="0" algn="l">
              <a:spcBef>
                <a:spcPts val="280"/>
              </a:spcBef>
              <a:spcAft>
                <a:spcPts val="0"/>
              </a:spcAft>
              <a:buClr>
                <a:srgbClr val="FF0000"/>
              </a:buClr>
              <a:buSzPts val="1400"/>
              <a:buNone/>
            </a:pPr>
            <a:r>
              <a:rPr lang="en-ID" sz="1400">
                <a:solidFill>
                  <a:srgbClr val="FF0000"/>
                </a:solidFill>
                <a:latin typeface="Consolas"/>
                <a:ea typeface="Consolas"/>
                <a:cs typeface="Consolas"/>
                <a:sym typeface="Consolas"/>
              </a:rPr>
              <a:t>    prefs.setString("user_id", active_user);</a:t>
            </a:r>
            <a:endParaRPr/>
          </a:p>
          <a:p>
            <a:pPr indent="0" lvl="0" marL="0" rtl="0" algn="l">
              <a:spcBef>
                <a:spcPts val="280"/>
              </a:spcBef>
              <a:spcAft>
                <a:spcPts val="0"/>
              </a:spcAft>
              <a:buClr>
                <a:srgbClr val="FF0000"/>
              </a:buClr>
              <a:buSzPts val="1400"/>
              <a:buNone/>
            </a:pPr>
            <a:r>
              <a:rPr lang="en-ID" sz="1400">
                <a:solidFill>
                  <a:srgbClr val="FF0000"/>
                </a:solidFill>
                <a:latin typeface="Consolas"/>
                <a:ea typeface="Consolas"/>
                <a:cs typeface="Consolas"/>
                <a:sym typeface="Consolas"/>
              </a:rPr>
              <a:t>    main();</a:t>
            </a:r>
            <a:endParaRPr/>
          </a:p>
          <a:p>
            <a:pPr indent="0" lvl="0" marL="0" rtl="0" algn="l">
              <a:spcBef>
                <a:spcPts val="280"/>
              </a:spcBef>
              <a:spcAft>
                <a:spcPts val="0"/>
              </a:spcAft>
              <a:buClr>
                <a:srgbClr val="FF0000"/>
              </a:buClr>
              <a:buSzPts val="1400"/>
              <a:buNone/>
            </a:pPr>
            <a:r>
              <a:rPr lang="en-ID" sz="1400">
                <a:solidFill>
                  <a:srgbClr val="FF0000"/>
                </a:solidFill>
                <a:latin typeface="Consolas"/>
                <a:ea typeface="Consolas"/>
                <a:cs typeface="Consolas"/>
                <a:sym typeface="Consolas"/>
              </a:rPr>
              <a:t>  }</a:t>
            </a:r>
            <a:endParaRPr/>
          </a:p>
          <a:p>
            <a:pPr indent="0" lvl="0" marL="0" rtl="0" algn="l">
              <a:spcBef>
                <a:spcPts val="280"/>
              </a:spcBef>
              <a:spcAft>
                <a:spcPts val="0"/>
              </a:spcAft>
              <a:buClr>
                <a:schemeClr val="dk1"/>
              </a:buClr>
              <a:buSzPts val="1400"/>
              <a:buNone/>
            </a:pPr>
            <a:r>
              <a:t/>
            </a:r>
            <a:endParaRPr sz="1400"/>
          </a:p>
        </p:txBody>
      </p:sp>
      <p:sp>
        <p:nvSpPr>
          <p:cNvPr descr="Google's Flutter framework spreads its wings and goes multi-platform |  TechCrunch" id="246" name="Google Shape;246;p20"/>
          <p:cNvSpPr/>
          <p:nvPr/>
        </p:nvSpPr>
        <p:spPr>
          <a:xfrm>
            <a:off x="155575" y="-144463"/>
            <a:ext cx="304800" cy="304801"/>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47" name="Google Shape;247;p20"/>
          <p:cNvSpPr txBox="1"/>
          <p:nvPr/>
        </p:nvSpPr>
        <p:spPr>
          <a:xfrm>
            <a:off x="5855781" y="1557886"/>
            <a:ext cx="1802700" cy="646500"/>
          </a:xfrm>
          <a:prstGeom prst="rect">
            <a:avLst/>
          </a:prstGeom>
          <a:solidFill>
            <a:schemeClr val="lt1"/>
          </a:solidFill>
          <a:ln cap="flat" cmpd="sng" w="25400">
            <a:solidFill>
              <a:schemeClr val="accent1"/>
            </a:solidFill>
            <a:prstDash val="solid"/>
            <a:round/>
            <a:headEnd len="sm" w="sm" type="none"/>
            <a:tailEnd len="sm" w="sm" type="none"/>
          </a:ln>
        </p:spPr>
        <p:txBody>
          <a:bodyPr anchorCtr="0" anchor="t" bIns="45700" lIns="91425" spcFirstLastPara="1" rIns="91425" wrap="square" tIns="45700">
            <a:spAutoFit/>
          </a:bodyPr>
          <a:lstStyle/>
          <a:p>
            <a:pPr indent="0" lvl="0" marL="0" marR="0" rtl="0" algn="l">
              <a:spcBef>
                <a:spcPts val="0"/>
              </a:spcBef>
              <a:spcAft>
                <a:spcPts val="0"/>
              </a:spcAft>
              <a:buNone/>
            </a:pPr>
            <a:r>
              <a:rPr lang="en-ID" sz="1200">
                <a:solidFill>
                  <a:srgbClr val="FF0000"/>
                </a:solidFill>
                <a:latin typeface="Consolas"/>
                <a:ea typeface="Consolas"/>
                <a:cs typeface="Consolas"/>
                <a:sym typeface="Consolas"/>
              </a:rPr>
              <a:t>onChanged: (v) {</a:t>
            </a:r>
            <a:endParaRPr/>
          </a:p>
          <a:p>
            <a:pPr indent="0" lvl="0" marL="0" marR="0" rtl="0" algn="l">
              <a:spcBef>
                <a:spcPts val="0"/>
              </a:spcBef>
              <a:spcAft>
                <a:spcPts val="0"/>
              </a:spcAft>
              <a:buNone/>
            </a:pPr>
            <a:r>
              <a:rPr lang="en-ID" sz="1200">
                <a:solidFill>
                  <a:srgbClr val="FF0000"/>
                </a:solidFill>
                <a:latin typeface="Consolas"/>
                <a:ea typeface="Consolas"/>
                <a:cs typeface="Consolas"/>
                <a:sym typeface="Consolas"/>
              </a:rPr>
              <a:t>  active_user = v;</a:t>
            </a:r>
            <a:endParaRPr/>
          </a:p>
          <a:p>
            <a:pPr indent="0" lvl="0" marL="0" marR="0" rtl="0" algn="l">
              <a:spcBef>
                <a:spcPts val="0"/>
              </a:spcBef>
              <a:spcAft>
                <a:spcPts val="0"/>
              </a:spcAft>
              <a:buNone/>
            </a:pPr>
            <a:r>
              <a:rPr lang="en-ID" sz="1200">
                <a:solidFill>
                  <a:srgbClr val="FF0000"/>
                </a:solidFill>
                <a:latin typeface="Consolas"/>
                <a:ea typeface="Consolas"/>
                <a:cs typeface="Consolas"/>
                <a:sym typeface="Consolas"/>
              </a:rPr>
              <a:t>},</a:t>
            </a:r>
            <a:endParaRPr/>
          </a:p>
        </p:txBody>
      </p:sp>
      <p:sp>
        <p:nvSpPr>
          <p:cNvPr id="248" name="Google Shape;248;p20"/>
          <p:cNvSpPr txBox="1"/>
          <p:nvPr/>
        </p:nvSpPr>
        <p:spPr>
          <a:xfrm>
            <a:off x="2769326" y="3866471"/>
            <a:ext cx="4346698" cy="830997"/>
          </a:xfrm>
          <a:prstGeom prst="rect">
            <a:avLst/>
          </a:prstGeom>
          <a:solidFill>
            <a:schemeClr val="lt1"/>
          </a:solidFill>
          <a:ln cap="flat" cmpd="sng" w="25400">
            <a:solidFill>
              <a:schemeClr val="accent1"/>
            </a:solidFill>
            <a:prstDash val="solid"/>
            <a:round/>
            <a:headEnd len="sm" w="sm" type="none"/>
            <a:tailEnd len="sm" w="sm" type="none"/>
          </a:ln>
        </p:spPr>
        <p:txBody>
          <a:bodyPr anchorCtr="0" anchor="t" bIns="45700" lIns="91425" spcFirstLastPara="1" rIns="91425" wrap="square" tIns="45700">
            <a:spAutoFit/>
          </a:bodyPr>
          <a:lstStyle/>
          <a:p>
            <a:pPr indent="0" lvl="0" marL="0" marR="0" rtl="0" algn="l">
              <a:spcBef>
                <a:spcPts val="0"/>
              </a:spcBef>
              <a:spcAft>
                <a:spcPts val="0"/>
              </a:spcAft>
              <a:buNone/>
            </a:pPr>
            <a:r>
              <a:rPr lang="en-ID" sz="1200">
                <a:solidFill>
                  <a:srgbClr val="FF0000"/>
                </a:solidFill>
                <a:latin typeface="Consolas"/>
                <a:ea typeface="Consolas"/>
                <a:cs typeface="Consolas"/>
                <a:sym typeface="Consolas"/>
              </a:rPr>
              <a:t>You need to use this import: </a:t>
            </a:r>
            <a:br>
              <a:rPr lang="en-ID" sz="1200">
                <a:solidFill>
                  <a:srgbClr val="FF0000"/>
                </a:solidFill>
                <a:latin typeface="Consolas"/>
                <a:ea typeface="Consolas"/>
                <a:cs typeface="Consolas"/>
                <a:sym typeface="Consolas"/>
              </a:rPr>
            </a:br>
            <a:r>
              <a:rPr lang="en-ID" sz="1200">
                <a:solidFill>
                  <a:srgbClr val="FF0000"/>
                </a:solidFill>
                <a:latin typeface="Consolas"/>
                <a:ea typeface="Consolas"/>
                <a:cs typeface="Consolas"/>
                <a:sym typeface="Consolas"/>
              </a:rPr>
              <a:t>import 'package:helloworld/main.dart’;</a:t>
            </a:r>
            <a:br>
              <a:rPr lang="en-ID" sz="1200">
                <a:solidFill>
                  <a:srgbClr val="FF0000"/>
                </a:solidFill>
                <a:latin typeface="Consolas"/>
                <a:ea typeface="Consolas"/>
                <a:cs typeface="Consolas"/>
                <a:sym typeface="Consolas"/>
              </a:rPr>
            </a:br>
            <a:br>
              <a:rPr lang="en-ID" sz="1200">
                <a:solidFill>
                  <a:srgbClr val="FF0000"/>
                </a:solidFill>
                <a:latin typeface="Consolas"/>
                <a:ea typeface="Consolas"/>
                <a:cs typeface="Consolas"/>
                <a:sym typeface="Consolas"/>
              </a:rPr>
            </a:br>
            <a:r>
              <a:rPr lang="en-ID" sz="1200">
                <a:solidFill>
                  <a:srgbClr val="FF0000"/>
                </a:solidFill>
                <a:latin typeface="Consolas"/>
                <a:ea typeface="Consolas"/>
                <a:cs typeface="Consolas"/>
                <a:sym typeface="Consolas"/>
              </a:rPr>
              <a:t>to gain access to main()</a:t>
            </a:r>
            <a:endParaRPr/>
          </a:p>
        </p:txBody>
      </p:sp>
      <p:cxnSp>
        <p:nvCxnSpPr>
          <p:cNvPr id="249" name="Google Shape;249;p20"/>
          <p:cNvCxnSpPr>
            <a:stCxn id="248" idx="1"/>
          </p:cNvCxnSpPr>
          <p:nvPr/>
        </p:nvCxnSpPr>
        <p:spPr>
          <a:xfrm rot="10800000">
            <a:off x="1656926" y="3648670"/>
            <a:ext cx="1112400" cy="633300"/>
          </a:xfrm>
          <a:prstGeom prst="straightConnector1">
            <a:avLst/>
          </a:prstGeom>
          <a:noFill/>
          <a:ln cap="flat" cmpd="sng" w="25400">
            <a:solidFill>
              <a:schemeClr val="accent1"/>
            </a:solidFill>
            <a:prstDash val="solid"/>
            <a:round/>
            <a:headEnd len="sm" w="sm" type="none"/>
            <a:tailEnd len="med" w="med" type="triangle"/>
          </a:ln>
          <a:effectLst>
            <a:outerShdw blurRad="40000" rotWithShape="0" dir="5400000" dist="20000">
              <a:srgbClr val="000000">
                <a:alpha val="37647"/>
              </a:srgbClr>
            </a:outerShdw>
          </a:effectLst>
        </p:spPr>
      </p:cxn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253" name="Shape 253"/>
        <p:cNvGrpSpPr/>
        <p:nvPr/>
      </p:nvGrpSpPr>
      <p:grpSpPr>
        <a:xfrm>
          <a:off x="0" y="0"/>
          <a:ext cx="0" cy="0"/>
          <a:chOff x="0" y="0"/>
          <a:chExt cx="0" cy="0"/>
        </a:xfrm>
      </p:grpSpPr>
      <p:sp>
        <p:nvSpPr>
          <p:cNvPr id="254" name="Google Shape;254;p21"/>
          <p:cNvSpPr txBox="1"/>
          <p:nvPr>
            <p:ph type="title"/>
          </p:nvPr>
        </p:nvSpPr>
        <p:spPr>
          <a:xfrm>
            <a:off x="0" y="0"/>
            <a:ext cx="8229600" cy="576943"/>
          </a:xfrm>
          <a:prstGeom prst="rect">
            <a:avLst/>
          </a:prstGeom>
          <a:noFill/>
          <a:ln>
            <a:noFill/>
          </a:ln>
        </p:spPr>
        <p:txBody>
          <a:bodyPr anchorCtr="0" anchor="ctr" bIns="45700" lIns="91425" spcFirstLastPara="1" rIns="91425" wrap="square" tIns="45700">
            <a:normAutofit fontScale="90000"/>
          </a:bodyPr>
          <a:lstStyle/>
          <a:p>
            <a:pPr indent="0" lvl="0" marL="0" rtl="0" algn="l">
              <a:spcBef>
                <a:spcPts val="0"/>
              </a:spcBef>
              <a:spcAft>
                <a:spcPts val="0"/>
              </a:spcAft>
              <a:buClr>
                <a:srgbClr val="000090"/>
              </a:buClr>
              <a:buSzPct val="100000"/>
              <a:buFont typeface="Arial"/>
              <a:buNone/>
            </a:pPr>
            <a:r>
              <a:rPr b="1" lang="en-ID" sz="3600">
                <a:solidFill>
                  <a:srgbClr val="000090"/>
                </a:solidFill>
              </a:rPr>
              <a:t>Test</a:t>
            </a:r>
            <a:endParaRPr/>
          </a:p>
        </p:txBody>
      </p:sp>
      <p:cxnSp>
        <p:nvCxnSpPr>
          <p:cNvPr id="255" name="Google Shape;255;p21"/>
          <p:cNvCxnSpPr/>
          <p:nvPr/>
        </p:nvCxnSpPr>
        <p:spPr>
          <a:xfrm>
            <a:off x="0" y="576943"/>
            <a:ext cx="7336971" cy="1588"/>
          </a:xfrm>
          <a:prstGeom prst="straightConnector1">
            <a:avLst/>
          </a:prstGeom>
          <a:noFill/>
          <a:ln cap="flat" cmpd="sng" w="25400">
            <a:solidFill>
              <a:schemeClr val="accent1"/>
            </a:solidFill>
            <a:prstDash val="solid"/>
            <a:round/>
            <a:headEnd len="sm" w="sm" type="none"/>
            <a:tailEnd len="sm" w="sm" type="none"/>
          </a:ln>
          <a:effectLst>
            <a:outerShdw blurRad="40000" rotWithShape="0" dir="5400000" dist="20000">
              <a:srgbClr val="000000">
                <a:alpha val="37647"/>
              </a:srgbClr>
            </a:outerShdw>
          </a:effectLst>
        </p:spPr>
      </p:cxnSp>
      <p:sp>
        <p:nvSpPr>
          <p:cNvPr id="256" name="Google Shape;256;p21"/>
          <p:cNvSpPr txBox="1"/>
          <p:nvPr>
            <p:ph idx="1" type="body"/>
          </p:nvPr>
        </p:nvSpPr>
        <p:spPr>
          <a:xfrm>
            <a:off x="460375" y="817124"/>
            <a:ext cx="8151997" cy="3968632"/>
          </a:xfrm>
          <a:prstGeom prst="rect">
            <a:avLst/>
          </a:prstGeom>
          <a:noFill/>
          <a:ln>
            <a:noFill/>
          </a:ln>
        </p:spPr>
        <p:txBody>
          <a:bodyPr anchorCtr="0" anchor="t" bIns="45700" lIns="91425" spcFirstLastPara="1" rIns="91425" wrap="square" tIns="45700">
            <a:noAutofit/>
          </a:bodyPr>
          <a:lstStyle/>
          <a:p>
            <a:pPr indent="-342900" lvl="0" marL="342900" rtl="0" algn="l">
              <a:spcBef>
                <a:spcPts val="0"/>
              </a:spcBef>
              <a:spcAft>
                <a:spcPts val="0"/>
              </a:spcAft>
              <a:buClr>
                <a:schemeClr val="dk1"/>
              </a:buClr>
              <a:buSzPts val="1600"/>
              <a:buFont typeface="Calibri"/>
              <a:buChar char="-"/>
            </a:pPr>
            <a:r>
              <a:rPr lang="en-ID" sz="1600">
                <a:latin typeface="Calibri"/>
                <a:ea typeface="Calibri"/>
                <a:cs typeface="Calibri"/>
                <a:sym typeface="Calibri"/>
              </a:rPr>
              <a:t>Do a login</a:t>
            </a:r>
            <a:endParaRPr/>
          </a:p>
          <a:p>
            <a:pPr indent="-342900" lvl="0" marL="342900" rtl="0" algn="l">
              <a:spcBef>
                <a:spcPts val="320"/>
              </a:spcBef>
              <a:spcAft>
                <a:spcPts val="0"/>
              </a:spcAft>
              <a:buClr>
                <a:schemeClr val="dk1"/>
              </a:buClr>
              <a:buSzPts val="1600"/>
              <a:buFont typeface="Calibri"/>
              <a:buChar char="-"/>
            </a:pPr>
            <a:r>
              <a:rPr lang="en-ID" sz="1600">
                <a:latin typeface="Calibri"/>
                <a:ea typeface="Calibri"/>
                <a:cs typeface="Calibri"/>
                <a:sym typeface="Calibri"/>
              </a:rPr>
              <a:t>Restart the app.</a:t>
            </a:r>
            <a:endParaRPr/>
          </a:p>
          <a:p>
            <a:pPr indent="-285750" lvl="1" marL="742950" rtl="0" algn="l">
              <a:spcBef>
                <a:spcPts val="320"/>
              </a:spcBef>
              <a:spcAft>
                <a:spcPts val="0"/>
              </a:spcAft>
              <a:buClr>
                <a:schemeClr val="dk1"/>
              </a:buClr>
              <a:buSzPts val="1600"/>
              <a:buFont typeface="Calibri"/>
              <a:buChar char="-"/>
            </a:pPr>
            <a:r>
              <a:rPr lang="en-ID" sz="1600">
                <a:latin typeface="Calibri"/>
                <a:ea typeface="Calibri"/>
                <a:cs typeface="Calibri"/>
                <a:sym typeface="Calibri"/>
              </a:rPr>
              <a:t>Do you get a login screen or directly to main screen? Why?</a:t>
            </a:r>
            <a:endParaRPr/>
          </a:p>
          <a:p>
            <a:pPr indent="-342900" lvl="0" marL="342900" rtl="0" algn="l">
              <a:spcBef>
                <a:spcPts val="320"/>
              </a:spcBef>
              <a:spcAft>
                <a:spcPts val="0"/>
              </a:spcAft>
              <a:buClr>
                <a:schemeClr val="dk1"/>
              </a:buClr>
              <a:buSzPts val="1600"/>
              <a:buFont typeface="Calibri"/>
              <a:buChar char="-"/>
            </a:pPr>
            <a:r>
              <a:rPr lang="en-ID" sz="1600">
                <a:latin typeface="Calibri"/>
                <a:ea typeface="Calibri"/>
                <a:cs typeface="Calibri"/>
                <a:sym typeface="Calibri"/>
              </a:rPr>
              <a:t>Can you replace the xyz name in the drawer with the active_user name?</a:t>
            </a:r>
            <a:endParaRPr/>
          </a:p>
          <a:p>
            <a:pPr indent="-342900" lvl="0" marL="342900" rtl="0" algn="l">
              <a:spcBef>
                <a:spcPts val="320"/>
              </a:spcBef>
              <a:spcAft>
                <a:spcPts val="0"/>
              </a:spcAft>
              <a:buClr>
                <a:schemeClr val="dk1"/>
              </a:buClr>
              <a:buSzPts val="1600"/>
              <a:buFont typeface="Calibri"/>
              <a:buChar char="-"/>
            </a:pPr>
            <a:r>
              <a:rPr lang="en-ID" sz="1600">
                <a:latin typeface="Calibri"/>
                <a:ea typeface="Calibri"/>
                <a:cs typeface="Calibri"/>
                <a:sym typeface="Calibri"/>
              </a:rPr>
              <a:t>How to get the login screen again ?</a:t>
            </a:r>
            <a:endParaRPr sz="1600">
              <a:latin typeface="Calibri"/>
              <a:ea typeface="Calibri"/>
              <a:cs typeface="Calibri"/>
              <a:sym typeface="Calibri"/>
            </a:endParaRPr>
          </a:p>
          <a:p>
            <a:pPr indent="0" lvl="0" marL="0" rtl="0" algn="l">
              <a:spcBef>
                <a:spcPts val="320"/>
              </a:spcBef>
              <a:spcAft>
                <a:spcPts val="0"/>
              </a:spcAft>
              <a:buNone/>
            </a:pPr>
            <a:r>
              <a:t/>
            </a:r>
            <a:endParaRPr sz="1600">
              <a:latin typeface="Calibri"/>
              <a:ea typeface="Calibri"/>
              <a:cs typeface="Calibri"/>
              <a:sym typeface="Calibri"/>
            </a:endParaRPr>
          </a:p>
          <a:p>
            <a:pPr indent="0" lvl="0" marL="0" rtl="0" algn="l">
              <a:spcBef>
                <a:spcPts val="320"/>
              </a:spcBef>
              <a:spcAft>
                <a:spcPts val="0"/>
              </a:spcAft>
              <a:buNone/>
            </a:pPr>
            <a:r>
              <a:rPr b="1" lang="en-ID" sz="1600">
                <a:latin typeface="Calibri"/>
                <a:ea typeface="Calibri"/>
                <a:cs typeface="Calibri"/>
                <a:sym typeface="Calibri"/>
              </a:rPr>
              <a:t>Hints:</a:t>
            </a:r>
            <a:br>
              <a:rPr lang="en-ID" sz="1600">
                <a:latin typeface="Calibri"/>
                <a:ea typeface="Calibri"/>
                <a:cs typeface="Calibri"/>
                <a:sym typeface="Calibri"/>
              </a:rPr>
            </a:br>
            <a:r>
              <a:rPr lang="en-ID" sz="1600">
                <a:latin typeface="Calibri"/>
                <a:ea typeface="Calibri"/>
                <a:cs typeface="Calibri"/>
                <a:sym typeface="Calibri"/>
              </a:rPr>
              <a:t>Use following command to make flutter run on “fix” port number. This is useful to prevent the browser treat the website differently each runs -&gt; TLDR: to make user login state works!</a:t>
            </a:r>
            <a:br>
              <a:rPr lang="en-ID" sz="1600">
                <a:latin typeface="Calibri"/>
                <a:ea typeface="Calibri"/>
                <a:cs typeface="Calibri"/>
                <a:sym typeface="Calibri"/>
              </a:rPr>
            </a:br>
            <a:br>
              <a:rPr lang="en-ID" sz="1600">
                <a:latin typeface="Calibri"/>
                <a:ea typeface="Calibri"/>
                <a:cs typeface="Calibri"/>
                <a:sym typeface="Calibri"/>
              </a:rPr>
            </a:br>
            <a:r>
              <a:rPr lang="en-ID" sz="1400">
                <a:latin typeface="Consolas"/>
                <a:ea typeface="Consolas"/>
                <a:cs typeface="Consolas"/>
                <a:sym typeface="Consolas"/>
              </a:rPr>
              <a:t>flutter run -d chrome --web-browser-flag "--disable-web-security" --web-port 1234</a:t>
            </a:r>
            <a:endParaRPr sz="1400">
              <a:latin typeface="Consolas"/>
              <a:ea typeface="Consolas"/>
              <a:cs typeface="Consolas"/>
              <a:sym typeface="Consolas"/>
            </a:endParaRPr>
          </a:p>
          <a:p>
            <a:pPr indent="-209550" lvl="1" marL="742950" rtl="0" algn="l">
              <a:spcBef>
                <a:spcPts val="240"/>
              </a:spcBef>
              <a:spcAft>
                <a:spcPts val="0"/>
              </a:spcAft>
              <a:buClr>
                <a:schemeClr val="dk1"/>
              </a:buClr>
              <a:buSzPts val="1200"/>
              <a:buFont typeface="Arial"/>
              <a:buNone/>
            </a:pPr>
            <a:r>
              <a:t/>
            </a:r>
            <a:endParaRPr sz="1200">
              <a:solidFill>
                <a:srgbClr val="FF0000"/>
              </a:solidFill>
              <a:latin typeface="Calibri"/>
              <a:ea typeface="Calibri"/>
              <a:cs typeface="Calibri"/>
              <a:sym typeface="Calibri"/>
            </a:endParaRPr>
          </a:p>
        </p:txBody>
      </p:sp>
      <p:sp>
        <p:nvSpPr>
          <p:cNvPr descr="Google's Flutter framework spreads its wings and goes multi-platform |  TechCrunch" id="257" name="Google Shape;257;p21"/>
          <p:cNvSpPr/>
          <p:nvPr/>
        </p:nvSpPr>
        <p:spPr>
          <a:xfrm>
            <a:off x="155575" y="-144463"/>
            <a:ext cx="304800" cy="304801"/>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bg>
      <p:bgPr>
        <a:blipFill>
          <a:blip r:embed="rId3">
            <a:alphaModFix/>
          </a:blip>
          <a:stretch>
            <a:fillRect/>
          </a:stretch>
        </a:blipFill>
      </p:bgPr>
    </p:bg>
    <p:spTree>
      <p:nvGrpSpPr>
        <p:cNvPr id="261" name="Shape 261"/>
        <p:cNvGrpSpPr/>
        <p:nvPr/>
      </p:nvGrpSpPr>
      <p:grpSpPr>
        <a:xfrm>
          <a:off x="0" y="0"/>
          <a:ext cx="0" cy="0"/>
          <a:chOff x="0" y="0"/>
          <a:chExt cx="0" cy="0"/>
        </a:xfrm>
      </p:grpSpPr>
      <p:sp>
        <p:nvSpPr>
          <p:cNvPr id="262" name="Google Shape;262;p22"/>
          <p:cNvSpPr txBox="1"/>
          <p:nvPr>
            <p:ph type="title"/>
          </p:nvPr>
        </p:nvSpPr>
        <p:spPr>
          <a:xfrm>
            <a:off x="0" y="0"/>
            <a:ext cx="8229600" cy="576943"/>
          </a:xfrm>
          <a:prstGeom prst="rect">
            <a:avLst/>
          </a:prstGeom>
          <a:noFill/>
          <a:ln>
            <a:noFill/>
          </a:ln>
        </p:spPr>
        <p:txBody>
          <a:bodyPr anchorCtr="0" anchor="ctr" bIns="45700" lIns="91425" spcFirstLastPara="1" rIns="91425" wrap="square" tIns="45700">
            <a:normAutofit fontScale="90000"/>
          </a:bodyPr>
          <a:lstStyle/>
          <a:p>
            <a:pPr indent="0" lvl="0" marL="0" rtl="0" algn="l">
              <a:spcBef>
                <a:spcPts val="0"/>
              </a:spcBef>
              <a:spcAft>
                <a:spcPts val="0"/>
              </a:spcAft>
              <a:buClr>
                <a:srgbClr val="000090"/>
              </a:buClr>
              <a:buSzPct val="100000"/>
              <a:buFont typeface="Arial"/>
              <a:buNone/>
            </a:pPr>
            <a:r>
              <a:rPr b="1" lang="en-ID" sz="3600">
                <a:solidFill>
                  <a:srgbClr val="000090"/>
                </a:solidFill>
              </a:rPr>
              <a:t>Solutions</a:t>
            </a:r>
            <a:endParaRPr/>
          </a:p>
        </p:txBody>
      </p:sp>
      <p:cxnSp>
        <p:nvCxnSpPr>
          <p:cNvPr id="263" name="Google Shape;263;p22"/>
          <p:cNvCxnSpPr/>
          <p:nvPr/>
        </p:nvCxnSpPr>
        <p:spPr>
          <a:xfrm>
            <a:off x="0" y="576943"/>
            <a:ext cx="7336971" cy="1588"/>
          </a:xfrm>
          <a:prstGeom prst="straightConnector1">
            <a:avLst/>
          </a:prstGeom>
          <a:noFill/>
          <a:ln cap="flat" cmpd="sng" w="25400">
            <a:solidFill>
              <a:schemeClr val="accent1"/>
            </a:solidFill>
            <a:prstDash val="solid"/>
            <a:round/>
            <a:headEnd len="sm" w="sm" type="none"/>
            <a:tailEnd len="sm" w="sm" type="none"/>
          </a:ln>
          <a:effectLst>
            <a:outerShdw blurRad="40000" rotWithShape="0" dir="5400000" dist="20000">
              <a:srgbClr val="000000">
                <a:alpha val="37647"/>
              </a:srgbClr>
            </a:outerShdw>
          </a:effectLst>
        </p:spPr>
      </p:cxnSp>
      <p:sp>
        <p:nvSpPr>
          <p:cNvPr descr="Google's Flutter framework spreads its wings and goes multi-platform |  TechCrunch" id="264" name="Google Shape;264;p22"/>
          <p:cNvSpPr/>
          <p:nvPr/>
        </p:nvSpPr>
        <p:spPr>
          <a:xfrm>
            <a:off x="155575" y="-144463"/>
            <a:ext cx="304800" cy="304801"/>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65" name="Google Shape;265;p22"/>
          <p:cNvSpPr txBox="1"/>
          <p:nvPr/>
        </p:nvSpPr>
        <p:spPr>
          <a:xfrm>
            <a:off x="155575" y="751438"/>
            <a:ext cx="4339800" cy="2524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ID" sz="1800">
                <a:solidFill>
                  <a:schemeClr val="dk1"/>
                </a:solidFill>
                <a:latin typeface="Arial"/>
                <a:ea typeface="Arial"/>
                <a:cs typeface="Arial"/>
                <a:sym typeface="Arial"/>
              </a:rPr>
              <a:t>In main.dart (_MyHomePageState class)</a:t>
            </a:r>
            <a:br>
              <a:rPr lang="en-ID" sz="1800">
                <a:solidFill>
                  <a:schemeClr val="dk1"/>
                </a:solidFill>
                <a:latin typeface="Arial"/>
                <a:ea typeface="Arial"/>
                <a:cs typeface="Arial"/>
                <a:sym typeface="Arial"/>
              </a:rPr>
            </a:br>
            <a:endParaRPr sz="1400">
              <a:solidFill>
                <a:srgbClr val="FF0000"/>
              </a:solidFill>
              <a:latin typeface="Consolas"/>
              <a:ea typeface="Consolas"/>
              <a:cs typeface="Consolas"/>
              <a:sym typeface="Consolas"/>
            </a:endParaRPr>
          </a:p>
          <a:p>
            <a:pPr indent="0" lvl="0" marL="0" marR="0" rtl="0" algn="l">
              <a:spcBef>
                <a:spcPts val="0"/>
              </a:spcBef>
              <a:spcAft>
                <a:spcPts val="0"/>
              </a:spcAft>
              <a:buNone/>
            </a:pPr>
            <a:r>
              <a:rPr lang="en-ID" sz="1400">
                <a:solidFill>
                  <a:srgbClr val="FF0000"/>
                </a:solidFill>
                <a:latin typeface="Consolas"/>
                <a:ea typeface="Consolas"/>
                <a:cs typeface="Consolas"/>
                <a:sym typeface="Consolas"/>
              </a:rPr>
              <a:t>@override</a:t>
            </a:r>
            <a:endParaRPr/>
          </a:p>
          <a:p>
            <a:pPr indent="0" lvl="0" marL="0" marR="0" rtl="0" algn="l">
              <a:spcBef>
                <a:spcPts val="0"/>
              </a:spcBef>
              <a:spcAft>
                <a:spcPts val="0"/>
              </a:spcAft>
              <a:buNone/>
            </a:pPr>
            <a:r>
              <a:rPr lang="en-ID" sz="1400">
                <a:solidFill>
                  <a:srgbClr val="FF0000"/>
                </a:solidFill>
                <a:latin typeface="Consolas"/>
                <a:ea typeface="Consolas"/>
                <a:cs typeface="Consolas"/>
                <a:sym typeface="Consolas"/>
              </a:rPr>
              <a:t>  void initState() {</a:t>
            </a:r>
            <a:endParaRPr/>
          </a:p>
          <a:p>
            <a:pPr indent="0" lvl="0" marL="0" marR="0" rtl="0" algn="l">
              <a:spcBef>
                <a:spcPts val="0"/>
              </a:spcBef>
              <a:spcAft>
                <a:spcPts val="0"/>
              </a:spcAft>
              <a:buNone/>
            </a:pPr>
            <a:r>
              <a:rPr lang="en-ID" sz="1400">
                <a:solidFill>
                  <a:srgbClr val="FF0000"/>
                </a:solidFill>
                <a:latin typeface="Consolas"/>
                <a:ea typeface="Consolas"/>
                <a:cs typeface="Consolas"/>
                <a:sym typeface="Consolas"/>
              </a:rPr>
              <a:t>    super.initState();</a:t>
            </a:r>
            <a:endParaRPr/>
          </a:p>
          <a:p>
            <a:pPr indent="0" lvl="0" marL="0" marR="0" rtl="0" algn="l">
              <a:spcBef>
                <a:spcPts val="0"/>
              </a:spcBef>
              <a:spcAft>
                <a:spcPts val="0"/>
              </a:spcAft>
              <a:buNone/>
            </a:pPr>
            <a:r>
              <a:rPr lang="en-ID" sz="1400">
                <a:solidFill>
                  <a:srgbClr val="FF0000"/>
                </a:solidFill>
                <a:latin typeface="Consolas"/>
                <a:ea typeface="Consolas"/>
                <a:cs typeface="Consolas"/>
                <a:sym typeface="Consolas"/>
              </a:rPr>
              <a:t>    checkUser().then((value) =&gt; setState(</a:t>
            </a:r>
            <a:endParaRPr/>
          </a:p>
          <a:p>
            <a:pPr indent="0" lvl="0" marL="0" marR="0" rtl="0" algn="l">
              <a:spcBef>
                <a:spcPts val="0"/>
              </a:spcBef>
              <a:spcAft>
                <a:spcPts val="0"/>
              </a:spcAft>
              <a:buNone/>
            </a:pPr>
            <a:r>
              <a:rPr lang="en-ID" sz="1400">
                <a:solidFill>
                  <a:srgbClr val="FF0000"/>
                </a:solidFill>
                <a:latin typeface="Consolas"/>
                <a:ea typeface="Consolas"/>
                <a:cs typeface="Consolas"/>
                <a:sym typeface="Consolas"/>
              </a:rPr>
              <a:t>          () {</a:t>
            </a:r>
            <a:endParaRPr/>
          </a:p>
          <a:p>
            <a:pPr indent="0" lvl="0" marL="0" marR="0" rtl="0" algn="l">
              <a:spcBef>
                <a:spcPts val="0"/>
              </a:spcBef>
              <a:spcAft>
                <a:spcPts val="0"/>
              </a:spcAft>
              <a:buNone/>
            </a:pPr>
            <a:r>
              <a:rPr lang="en-ID" sz="1400">
                <a:solidFill>
                  <a:srgbClr val="FF0000"/>
                </a:solidFill>
                <a:latin typeface="Consolas"/>
                <a:ea typeface="Consolas"/>
                <a:cs typeface="Consolas"/>
                <a:sym typeface="Consolas"/>
              </a:rPr>
              <a:t>            </a:t>
            </a:r>
            <a:r>
              <a:rPr lang="en-ID">
                <a:solidFill>
                  <a:srgbClr val="FF0000"/>
                </a:solidFill>
                <a:latin typeface="Consolas"/>
                <a:ea typeface="Consolas"/>
                <a:cs typeface="Consolas"/>
                <a:sym typeface="Consolas"/>
              </a:rPr>
              <a:t>active_user</a:t>
            </a:r>
            <a:r>
              <a:rPr lang="en-ID" sz="1400">
                <a:solidFill>
                  <a:srgbClr val="FF0000"/>
                </a:solidFill>
                <a:latin typeface="Consolas"/>
                <a:ea typeface="Consolas"/>
                <a:cs typeface="Consolas"/>
                <a:sym typeface="Consolas"/>
              </a:rPr>
              <a:t> = value;</a:t>
            </a:r>
            <a:endParaRPr/>
          </a:p>
          <a:p>
            <a:pPr indent="0" lvl="0" marL="0" marR="0" rtl="0" algn="l">
              <a:spcBef>
                <a:spcPts val="0"/>
              </a:spcBef>
              <a:spcAft>
                <a:spcPts val="0"/>
              </a:spcAft>
              <a:buNone/>
            </a:pPr>
            <a:r>
              <a:rPr lang="en-ID" sz="1400">
                <a:solidFill>
                  <a:srgbClr val="FF0000"/>
                </a:solidFill>
                <a:latin typeface="Consolas"/>
                <a:ea typeface="Consolas"/>
                <a:cs typeface="Consolas"/>
                <a:sym typeface="Consolas"/>
              </a:rPr>
              <a:t>          },</a:t>
            </a:r>
            <a:endParaRPr/>
          </a:p>
          <a:p>
            <a:pPr indent="0" lvl="0" marL="0" marR="0" rtl="0" algn="l">
              <a:spcBef>
                <a:spcPts val="0"/>
              </a:spcBef>
              <a:spcAft>
                <a:spcPts val="0"/>
              </a:spcAft>
              <a:buNone/>
            </a:pPr>
            <a:r>
              <a:rPr lang="en-ID" sz="1400">
                <a:solidFill>
                  <a:srgbClr val="FF0000"/>
                </a:solidFill>
                <a:latin typeface="Consolas"/>
                <a:ea typeface="Consolas"/>
                <a:cs typeface="Consolas"/>
                <a:sym typeface="Consolas"/>
              </a:rPr>
              <a:t>        ));</a:t>
            </a:r>
            <a:endParaRPr/>
          </a:p>
          <a:p>
            <a:pPr indent="0" lvl="0" marL="0" marR="0" rtl="0" algn="l">
              <a:spcBef>
                <a:spcPts val="0"/>
              </a:spcBef>
              <a:spcAft>
                <a:spcPts val="0"/>
              </a:spcAft>
              <a:buNone/>
            </a:pPr>
            <a:r>
              <a:rPr lang="en-ID" sz="1400">
                <a:solidFill>
                  <a:srgbClr val="FF0000"/>
                </a:solidFill>
                <a:latin typeface="Consolas"/>
                <a:ea typeface="Consolas"/>
                <a:cs typeface="Consolas"/>
                <a:sym typeface="Consolas"/>
              </a:rPr>
              <a:t>  }</a:t>
            </a:r>
            <a:endParaRPr sz="1800">
              <a:solidFill>
                <a:srgbClr val="FF0000"/>
              </a:solidFill>
              <a:latin typeface="Consolas"/>
              <a:ea typeface="Consolas"/>
              <a:cs typeface="Consolas"/>
              <a:sym typeface="Consolas"/>
            </a:endParaRPr>
          </a:p>
        </p:txBody>
      </p:sp>
      <p:sp>
        <p:nvSpPr>
          <p:cNvPr id="266" name="Google Shape;266;p22"/>
          <p:cNvSpPr txBox="1"/>
          <p:nvPr/>
        </p:nvSpPr>
        <p:spPr>
          <a:xfrm>
            <a:off x="4309599" y="1256925"/>
            <a:ext cx="4914000" cy="15084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ID" sz="1800">
                <a:solidFill>
                  <a:schemeClr val="dk1"/>
                </a:solidFill>
                <a:latin typeface="Arial"/>
                <a:ea typeface="Arial"/>
                <a:cs typeface="Arial"/>
                <a:sym typeface="Arial"/>
              </a:rPr>
              <a:t>In the drawer</a:t>
            </a:r>
            <a:br>
              <a:rPr lang="en-ID" sz="1800">
                <a:solidFill>
                  <a:schemeClr val="dk1"/>
                </a:solidFill>
                <a:latin typeface="Arial"/>
                <a:ea typeface="Arial"/>
                <a:cs typeface="Arial"/>
                <a:sym typeface="Arial"/>
              </a:rPr>
            </a:br>
            <a:endParaRPr sz="1800">
              <a:solidFill>
                <a:schemeClr val="dk1"/>
              </a:solidFill>
              <a:latin typeface="Arial"/>
              <a:ea typeface="Arial"/>
              <a:cs typeface="Arial"/>
              <a:sym typeface="Arial"/>
            </a:endParaRPr>
          </a:p>
          <a:p>
            <a:pPr indent="0" lvl="0" marL="0" marR="0" rtl="0" algn="l">
              <a:spcBef>
                <a:spcPts val="0"/>
              </a:spcBef>
              <a:spcAft>
                <a:spcPts val="0"/>
              </a:spcAft>
              <a:buNone/>
            </a:pPr>
            <a:r>
              <a:rPr lang="en-ID" sz="1400">
                <a:solidFill>
                  <a:srgbClr val="FF0000"/>
                </a:solidFill>
                <a:latin typeface="Consolas"/>
                <a:ea typeface="Consolas"/>
                <a:cs typeface="Consolas"/>
                <a:sym typeface="Consolas"/>
              </a:rPr>
              <a:t> children: &lt;Widget&gt;[</a:t>
            </a:r>
            <a:endParaRPr/>
          </a:p>
          <a:p>
            <a:pPr indent="0" lvl="0" marL="0" marR="0" rtl="0" algn="l">
              <a:spcBef>
                <a:spcPts val="0"/>
              </a:spcBef>
              <a:spcAft>
                <a:spcPts val="0"/>
              </a:spcAft>
              <a:buNone/>
            </a:pPr>
            <a:r>
              <a:rPr lang="en-ID" sz="1400">
                <a:solidFill>
                  <a:srgbClr val="FF0000"/>
                </a:solidFill>
                <a:latin typeface="Consolas"/>
                <a:ea typeface="Consolas"/>
                <a:cs typeface="Consolas"/>
                <a:sym typeface="Consolas"/>
              </a:rPr>
              <a:t>          UserAccountsDrawerHeader(</a:t>
            </a:r>
            <a:endParaRPr/>
          </a:p>
          <a:p>
            <a:pPr indent="0" lvl="0" marL="0" marR="0" rtl="0" algn="l">
              <a:spcBef>
                <a:spcPts val="0"/>
              </a:spcBef>
              <a:spcAft>
                <a:spcPts val="0"/>
              </a:spcAft>
              <a:buNone/>
            </a:pPr>
            <a:r>
              <a:rPr lang="en-ID" sz="1400">
                <a:solidFill>
                  <a:srgbClr val="FF0000"/>
                </a:solidFill>
                <a:latin typeface="Consolas"/>
                <a:ea typeface="Consolas"/>
                <a:cs typeface="Consolas"/>
                <a:sym typeface="Consolas"/>
              </a:rPr>
              <a:t>              accountName: Text("xyz"),</a:t>
            </a:r>
            <a:endParaRPr/>
          </a:p>
          <a:p>
            <a:pPr indent="0" lvl="0" marL="0" marR="0" rtl="0" algn="l">
              <a:spcBef>
                <a:spcPts val="0"/>
              </a:spcBef>
              <a:spcAft>
                <a:spcPts val="0"/>
              </a:spcAft>
              <a:buNone/>
            </a:pPr>
            <a:r>
              <a:rPr lang="en-ID" sz="1400">
                <a:solidFill>
                  <a:srgbClr val="FF0000"/>
                </a:solidFill>
                <a:latin typeface="Consolas"/>
                <a:ea typeface="Consolas"/>
                <a:cs typeface="Consolas"/>
                <a:sym typeface="Consolas"/>
              </a:rPr>
              <a:t>              accountEmail: Text(active_user),</a:t>
            </a:r>
            <a:endParaRPr sz="1800">
              <a:solidFill>
                <a:srgbClr val="FF0000"/>
              </a:solidFill>
              <a:latin typeface="Consolas"/>
              <a:ea typeface="Consolas"/>
              <a:cs typeface="Consolas"/>
              <a:sym typeface="Consolas"/>
            </a:endParaRPr>
          </a:p>
        </p:txBody>
      </p:sp>
      <p:sp>
        <p:nvSpPr>
          <p:cNvPr id="267" name="Google Shape;267;p22"/>
          <p:cNvSpPr/>
          <p:nvPr/>
        </p:nvSpPr>
        <p:spPr>
          <a:xfrm>
            <a:off x="7948943" y="2765028"/>
            <a:ext cx="461726" cy="340311"/>
          </a:xfrm>
          <a:prstGeom prst="upArrow">
            <a:avLst>
              <a:gd fmla="val 50000" name="adj1"/>
              <a:gd fmla="val 50000" name="adj2"/>
            </a:avLst>
          </a:prstGeom>
          <a:gradFill>
            <a:gsLst>
              <a:gs pos="0">
                <a:srgbClr val="3E7FCD"/>
              </a:gs>
              <a:gs pos="100000">
                <a:srgbClr val="96C0FF"/>
              </a:gs>
            </a:gsLst>
            <a:lin ang="16200000" scaled="0"/>
          </a:gradFill>
          <a:ln cap="flat" cmpd="sng" w="9525">
            <a:solidFill>
              <a:srgbClr val="4A7DBA"/>
            </a:solidFill>
            <a:prstDash val="solid"/>
            <a:round/>
            <a:headEnd len="sm" w="sm" type="none"/>
            <a:tailEnd len="sm" w="sm" type="none"/>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271" name="Shape 271"/>
        <p:cNvGrpSpPr/>
        <p:nvPr/>
      </p:nvGrpSpPr>
      <p:grpSpPr>
        <a:xfrm>
          <a:off x="0" y="0"/>
          <a:ext cx="0" cy="0"/>
          <a:chOff x="0" y="0"/>
          <a:chExt cx="0" cy="0"/>
        </a:xfrm>
      </p:grpSpPr>
      <p:sp>
        <p:nvSpPr>
          <p:cNvPr id="272" name="Google Shape;272;p23"/>
          <p:cNvSpPr txBox="1"/>
          <p:nvPr>
            <p:ph type="title"/>
          </p:nvPr>
        </p:nvSpPr>
        <p:spPr>
          <a:xfrm>
            <a:off x="3567544" y="2180036"/>
            <a:ext cx="5424055" cy="752509"/>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rgbClr val="DAE5F1"/>
              </a:buClr>
              <a:buSzPts val="5400"/>
              <a:buFont typeface="Arial"/>
              <a:buNone/>
            </a:pPr>
            <a:r>
              <a:rPr lang="en-ID" sz="5400">
                <a:solidFill>
                  <a:srgbClr val="DAE5F1"/>
                </a:solidFill>
              </a:rPr>
              <a:t>LOGOUT</a:t>
            </a:r>
            <a:endParaRPr b="1" sz="5400">
              <a:solidFill>
                <a:srgbClr val="DAE5F1"/>
              </a:solidFill>
            </a:endParaRPr>
          </a:p>
        </p:txBody>
      </p:sp>
      <p:sp>
        <p:nvSpPr>
          <p:cNvPr id="273" name="Google Shape;273;p23"/>
          <p:cNvSpPr txBox="1"/>
          <p:nvPr/>
        </p:nvSpPr>
        <p:spPr>
          <a:xfrm>
            <a:off x="1627907" y="2012758"/>
            <a:ext cx="1789545" cy="1391101"/>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Clr>
                <a:srgbClr val="538CD5"/>
              </a:buClr>
              <a:buSzPts val="8000"/>
              <a:buFont typeface="Arial"/>
              <a:buNone/>
            </a:pPr>
            <a:r>
              <a:rPr b="1" lang="en-ID" sz="8000" cap="none">
                <a:solidFill>
                  <a:srgbClr val="538CD5"/>
                </a:solidFill>
                <a:latin typeface="Arial"/>
                <a:ea typeface="Arial"/>
                <a:cs typeface="Arial"/>
                <a:sym typeface="Arial"/>
              </a:rPr>
              <a:t>04</a:t>
            </a:r>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277" name="Shape 277"/>
        <p:cNvGrpSpPr/>
        <p:nvPr/>
      </p:nvGrpSpPr>
      <p:grpSpPr>
        <a:xfrm>
          <a:off x="0" y="0"/>
          <a:ext cx="0" cy="0"/>
          <a:chOff x="0" y="0"/>
          <a:chExt cx="0" cy="0"/>
        </a:xfrm>
      </p:grpSpPr>
      <p:sp>
        <p:nvSpPr>
          <p:cNvPr descr="Google's Flutter framework spreads its wings and goes multi-platform |  TechCrunch" id="278" name="Google Shape;278;p24"/>
          <p:cNvSpPr/>
          <p:nvPr/>
        </p:nvSpPr>
        <p:spPr>
          <a:xfrm>
            <a:off x="155575" y="-144463"/>
            <a:ext cx="304800" cy="304801"/>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79" name="Google Shape;279;p24"/>
          <p:cNvSpPr txBox="1"/>
          <p:nvPr/>
        </p:nvSpPr>
        <p:spPr>
          <a:xfrm>
            <a:off x="0" y="0"/>
            <a:ext cx="8229600" cy="576943"/>
          </a:xfrm>
          <a:prstGeom prst="rect">
            <a:avLst/>
          </a:prstGeom>
          <a:noFill/>
          <a:ln>
            <a:noFill/>
          </a:ln>
        </p:spPr>
        <p:txBody>
          <a:bodyPr anchorCtr="0" anchor="ctr" bIns="45700" lIns="91425" spcFirstLastPara="1" rIns="91425" wrap="square" tIns="45700">
            <a:normAutofit fontScale="90000" lnSpcReduction="10000"/>
          </a:bodyPr>
          <a:lstStyle/>
          <a:p>
            <a:pPr indent="0" lvl="0" marL="0" marR="0" rtl="0" algn="l">
              <a:spcBef>
                <a:spcPts val="0"/>
              </a:spcBef>
              <a:spcAft>
                <a:spcPts val="0"/>
              </a:spcAft>
              <a:buClr>
                <a:srgbClr val="000090"/>
              </a:buClr>
              <a:buSzPct val="100000"/>
              <a:buFont typeface="Arial"/>
              <a:buNone/>
            </a:pPr>
            <a:r>
              <a:rPr b="1" lang="en-ID" sz="3600">
                <a:solidFill>
                  <a:srgbClr val="000090"/>
                </a:solidFill>
                <a:latin typeface="Arial"/>
                <a:ea typeface="Arial"/>
                <a:cs typeface="Arial"/>
                <a:sym typeface="Arial"/>
              </a:rPr>
              <a:t> Logout</a:t>
            </a:r>
            <a:endParaRPr/>
          </a:p>
        </p:txBody>
      </p:sp>
      <p:cxnSp>
        <p:nvCxnSpPr>
          <p:cNvPr id="280" name="Google Shape;280;p24"/>
          <p:cNvCxnSpPr/>
          <p:nvPr/>
        </p:nvCxnSpPr>
        <p:spPr>
          <a:xfrm>
            <a:off x="0" y="576943"/>
            <a:ext cx="7336971" cy="1588"/>
          </a:xfrm>
          <a:prstGeom prst="straightConnector1">
            <a:avLst/>
          </a:prstGeom>
          <a:noFill/>
          <a:ln cap="flat" cmpd="sng" w="25400">
            <a:solidFill>
              <a:schemeClr val="accent1"/>
            </a:solidFill>
            <a:prstDash val="solid"/>
            <a:round/>
            <a:headEnd len="sm" w="sm" type="none"/>
            <a:tailEnd len="sm" w="sm" type="none"/>
          </a:ln>
          <a:effectLst>
            <a:outerShdw blurRad="40000" rotWithShape="0" dir="5400000" dist="20000">
              <a:srgbClr val="000000">
                <a:alpha val="37647"/>
              </a:srgbClr>
            </a:outerShdw>
          </a:effectLst>
        </p:spPr>
      </p:cxnSp>
      <p:sp>
        <p:nvSpPr>
          <p:cNvPr id="281" name="Google Shape;281;p24"/>
          <p:cNvSpPr txBox="1"/>
          <p:nvPr/>
        </p:nvSpPr>
        <p:spPr>
          <a:xfrm>
            <a:off x="460375" y="894908"/>
            <a:ext cx="8151997" cy="3890847"/>
          </a:xfrm>
          <a:prstGeom prst="rect">
            <a:avLst/>
          </a:prstGeom>
          <a:noFill/>
          <a:ln>
            <a:noFill/>
          </a:ln>
        </p:spPr>
        <p:txBody>
          <a:bodyPr anchorCtr="0" anchor="t" bIns="45700" lIns="91425" spcFirstLastPara="1" rIns="91425" wrap="square" tIns="45700">
            <a:noAutofit/>
          </a:bodyPr>
          <a:lstStyle/>
          <a:p>
            <a:pPr indent="-342900" lvl="0" marL="342900" marR="0" rtl="0" algn="l">
              <a:spcBef>
                <a:spcPts val="0"/>
              </a:spcBef>
              <a:spcAft>
                <a:spcPts val="0"/>
              </a:spcAft>
              <a:buClr>
                <a:schemeClr val="dk1"/>
              </a:buClr>
              <a:buSzPts val="1400"/>
              <a:buFont typeface="Arial"/>
              <a:buNone/>
            </a:pPr>
            <a:r>
              <a:rPr lang="en-ID" sz="1400">
                <a:solidFill>
                  <a:schemeClr val="dk1"/>
                </a:solidFill>
                <a:latin typeface="Arial"/>
                <a:ea typeface="Arial"/>
                <a:cs typeface="Arial"/>
                <a:sym typeface="Arial"/>
              </a:rPr>
              <a:t>We can get our login screen again if we log out from the app. Prepare the logout menu and remove the Shared Preference user_id when this menu is clicked. Write this within main.dart (class _MyHomePageState).</a:t>
            </a:r>
            <a:endParaRPr/>
          </a:p>
          <a:p>
            <a:pPr indent="-342900" lvl="0" marL="342900" marR="0" rtl="0" algn="l">
              <a:spcBef>
                <a:spcPts val="280"/>
              </a:spcBef>
              <a:spcAft>
                <a:spcPts val="0"/>
              </a:spcAft>
              <a:buClr>
                <a:schemeClr val="dk1"/>
              </a:buClr>
              <a:buSzPts val="1400"/>
              <a:buFont typeface="Arial"/>
              <a:buNone/>
            </a:pPr>
            <a:r>
              <a:t/>
            </a:r>
            <a:endParaRPr sz="1400">
              <a:solidFill>
                <a:schemeClr val="dk1"/>
              </a:solidFill>
              <a:latin typeface="Arial"/>
              <a:ea typeface="Arial"/>
              <a:cs typeface="Arial"/>
              <a:sym typeface="Arial"/>
            </a:endParaRPr>
          </a:p>
          <a:p>
            <a:pPr indent="-342900" lvl="0" marL="342900" marR="0" rtl="0" algn="l">
              <a:spcBef>
                <a:spcPts val="280"/>
              </a:spcBef>
              <a:spcAft>
                <a:spcPts val="0"/>
              </a:spcAft>
              <a:buClr>
                <a:schemeClr val="dk1"/>
              </a:buClr>
              <a:buSzPts val="1400"/>
              <a:buFont typeface="Arial"/>
              <a:buNone/>
            </a:pPr>
            <a:r>
              <a:rPr lang="en-ID" sz="1400">
                <a:solidFill>
                  <a:schemeClr val="dk1"/>
                </a:solidFill>
                <a:latin typeface="Arial"/>
                <a:ea typeface="Arial"/>
                <a:cs typeface="Arial"/>
                <a:sym typeface="Arial"/>
              </a:rPr>
              <a:t>Make sure you provide the logout menu inside the drawer. And within the onTap, called the doLogout()</a:t>
            </a:r>
            <a:endParaRPr/>
          </a:p>
          <a:p>
            <a:pPr indent="0" lvl="0" marL="0" marR="0" rtl="0" algn="l">
              <a:spcBef>
                <a:spcPts val="320"/>
              </a:spcBef>
              <a:spcAft>
                <a:spcPts val="0"/>
              </a:spcAft>
              <a:buClr>
                <a:schemeClr val="dk1"/>
              </a:buClr>
              <a:buSzPts val="1600"/>
              <a:buFont typeface="Arial"/>
              <a:buNone/>
            </a:pPr>
            <a:r>
              <a:t/>
            </a:r>
            <a:endParaRPr sz="1600">
              <a:solidFill>
                <a:srgbClr val="FF0000"/>
              </a:solidFill>
              <a:latin typeface="Arial"/>
              <a:ea typeface="Arial"/>
              <a:cs typeface="Arial"/>
              <a:sym typeface="Arial"/>
            </a:endParaRPr>
          </a:p>
          <a:p>
            <a:pPr indent="0" lvl="0" marL="0" marR="0" rtl="0" algn="l">
              <a:spcBef>
                <a:spcPts val="280"/>
              </a:spcBef>
              <a:spcAft>
                <a:spcPts val="0"/>
              </a:spcAft>
              <a:buClr>
                <a:schemeClr val="dk1"/>
              </a:buClr>
              <a:buSzPts val="1400"/>
              <a:buFont typeface="Arial"/>
              <a:buNone/>
            </a:pPr>
            <a:r>
              <a:t/>
            </a:r>
            <a:endParaRPr sz="1400">
              <a:solidFill>
                <a:srgbClr val="FF0000"/>
              </a:solidFill>
              <a:latin typeface="Consolas"/>
              <a:ea typeface="Consolas"/>
              <a:cs typeface="Consolas"/>
              <a:sym typeface="Consolas"/>
            </a:endParaRPr>
          </a:p>
          <a:p>
            <a:pPr indent="-342900" lvl="0" marL="342900" marR="0" rtl="0" algn="l">
              <a:spcBef>
                <a:spcPts val="280"/>
              </a:spcBef>
              <a:spcAft>
                <a:spcPts val="0"/>
              </a:spcAft>
              <a:buClr>
                <a:schemeClr val="dk1"/>
              </a:buClr>
              <a:buSzPts val="1400"/>
              <a:buFont typeface="Arial"/>
              <a:buNone/>
            </a:pPr>
            <a:r>
              <a:t/>
            </a:r>
            <a:endParaRPr sz="1400">
              <a:solidFill>
                <a:schemeClr val="dk1"/>
              </a:solidFill>
              <a:latin typeface="Arial"/>
              <a:ea typeface="Arial"/>
              <a:cs typeface="Arial"/>
              <a:sym typeface="Arial"/>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285" name="Shape 285"/>
        <p:cNvGrpSpPr/>
        <p:nvPr/>
      </p:nvGrpSpPr>
      <p:grpSpPr>
        <a:xfrm>
          <a:off x="0" y="0"/>
          <a:ext cx="0" cy="0"/>
          <a:chOff x="0" y="0"/>
          <a:chExt cx="0" cy="0"/>
        </a:xfrm>
      </p:grpSpPr>
      <p:sp>
        <p:nvSpPr>
          <p:cNvPr id="286" name="Google Shape;286;p25"/>
          <p:cNvSpPr txBox="1"/>
          <p:nvPr>
            <p:ph type="title"/>
          </p:nvPr>
        </p:nvSpPr>
        <p:spPr>
          <a:xfrm>
            <a:off x="3567544" y="2180036"/>
            <a:ext cx="5424055" cy="752509"/>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rgbClr val="DAE5F1"/>
              </a:buClr>
              <a:buSzPts val="5400"/>
              <a:buFont typeface="Arial"/>
              <a:buNone/>
            </a:pPr>
            <a:r>
              <a:rPr lang="en-ID" sz="5400">
                <a:solidFill>
                  <a:srgbClr val="DAE5F1"/>
                </a:solidFill>
              </a:rPr>
              <a:t>EXERCISE</a:t>
            </a:r>
            <a:endParaRPr b="1" sz="5400">
              <a:solidFill>
                <a:srgbClr val="DAE5F1"/>
              </a:solidFill>
            </a:endParaRPr>
          </a:p>
        </p:txBody>
      </p:sp>
      <p:sp>
        <p:nvSpPr>
          <p:cNvPr id="287" name="Google Shape;287;p25"/>
          <p:cNvSpPr txBox="1"/>
          <p:nvPr/>
        </p:nvSpPr>
        <p:spPr>
          <a:xfrm>
            <a:off x="1627907" y="2012758"/>
            <a:ext cx="1789545" cy="1391101"/>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Clr>
                <a:srgbClr val="538CD5"/>
              </a:buClr>
              <a:buSzPts val="8000"/>
              <a:buFont typeface="Arial"/>
              <a:buNone/>
            </a:pPr>
            <a:r>
              <a:rPr b="1" lang="en-ID" sz="8000" cap="none">
                <a:solidFill>
                  <a:srgbClr val="538CD5"/>
                </a:solidFill>
                <a:latin typeface="Arial"/>
                <a:ea typeface="Arial"/>
                <a:cs typeface="Arial"/>
                <a:sym typeface="Arial"/>
              </a:rPr>
              <a:t>05</a:t>
            </a:r>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291" name="Shape 291"/>
        <p:cNvGrpSpPr/>
        <p:nvPr/>
      </p:nvGrpSpPr>
      <p:grpSpPr>
        <a:xfrm>
          <a:off x="0" y="0"/>
          <a:ext cx="0" cy="0"/>
          <a:chOff x="0" y="0"/>
          <a:chExt cx="0" cy="0"/>
        </a:xfrm>
      </p:grpSpPr>
      <p:sp>
        <p:nvSpPr>
          <p:cNvPr id="292" name="Google Shape;292;p26"/>
          <p:cNvSpPr txBox="1"/>
          <p:nvPr>
            <p:ph type="title"/>
          </p:nvPr>
        </p:nvSpPr>
        <p:spPr>
          <a:xfrm>
            <a:off x="0" y="0"/>
            <a:ext cx="8229600" cy="576943"/>
          </a:xfrm>
          <a:prstGeom prst="rect">
            <a:avLst/>
          </a:prstGeom>
          <a:noFill/>
          <a:ln>
            <a:noFill/>
          </a:ln>
        </p:spPr>
        <p:txBody>
          <a:bodyPr anchorCtr="0" anchor="ctr" bIns="45700" lIns="91425" spcFirstLastPara="1" rIns="91425" wrap="square" tIns="45700">
            <a:normAutofit fontScale="90000"/>
          </a:bodyPr>
          <a:lstStyle/>
          <a:p>
            <a:pPr indent="0" lvl="0" marL="0" rtl="0" algn="l">
              <a:spcBef>
                <a:spcPts val="0"/>
              </a:spcBef>
              <a:spcAft>
                <a:spcPts val="0"/>
              </a:spcAft>
              <a:buClr>
                <a:srgbClr val="000090"/>
              </a:buClr>
              <a:buSzPct val="100000"/>
              <a:buFont typeface="Arial"/>
              <a:buNone/>
            </a:pPr>
            <a:r>
              <a:rPr b="1" lang="en-ID" sz="3600">
                <a:solidFill>
                  <a:srgbClr val="000090"/>
                </a:solidFill>
              </a:rPr>
              <a:t>Top Score</a:t>
            </a:r>
            <a:endParaRPr b="1" sz="3600">
              <a:solidFill>
                <a:srgbClr val="000090"/>
              </a:solidFill>
            </a:endParaRPr>
          </a:p>
        </p:txBody>
      </p:sp>
      <p:cxnSp>
        <p:nvCxnSpPr>
          <p:cNvPr id="293" name="Google Shape;293;p26"/>
          <p:cNvCxnSpPr/>
          <p:nvPr/>
        </p:nvCxnSpPr>
        <p:spPr>
          <a:xfrm>
            <a:off x="0" y="576943"/>
            <a:ext cx="7336971" cy="1588"/>
          </a:xfrm>
          <a:prstGeom prst="straightConnector1">
            <a:avLst/>
          </a:prstGeom>
          <a:noFill/>
          <a:ln cap="flat" cmpd="sng" w="25400">
            <a:solidFill>
              <a:schemeClr val="accent1"/>
            </a:solidFill>
            <a:prstDash val="solid"/>
            <a:round/>
            <a:headEnd len="sm" w="sm" type="none"/>
            <a:tailEnd len="sm" w="sm" type="none"/>
          </a:ln>
          <a:effectLst>
            <a:outerShdw blurRad="40000" rotWithShape="0" dir="5400000" dist="20000">
              <a:srgbClr val="000000">
                <a:alpha val="37647"/>
              </a:srgbClr>
            </a:outerShdw>
          </a:effectLst>
        </p:spPr>
      </p:cxnSp>
      <p:sp>
        <p:nvSpPr>
          <p:cNvPr descr="Google's Flutter framework spreads its wings and goes multi-platform |  TechCrunch" id="294" name="Google Shape;294;p26"/>
          <p:cNvSpPr/>
          <p:nvPr/>
        </p:nvSpPr>
        <p:spPr>
          <a:xfrm>
            <a:off x="155575" y="-144463"/>
            <a:ext cx="304800" cy="304801"/>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95" name="Google Shape;295;p26"/>
          <p:cNvSpPr txBox="1"/>
          <p:nvPr/>
        </p:nvSpPr>
        <p:spPr>
          <a:xfrm>
            <a:off x="155575" y="855023"/>
            <a:ext cx="8774669" cy="2396177"/>
          </a:xfrm>
          <a:prstGeom prst="rect">
            <a:avLst/>
          </a:prstGeom>
          <a:noFill/>
          <a:ln>
            <a:noFill/>
          </a:ln>
        </p:spPr>
        <p:txBody>
          <a:bodyPr anchorCtr="0" anchor="t" bIns="45700" lIns="91425" spcFirstLastPara="1" rIns="91425" wrap="square" tIns="45700">
            <a:normAutofit/>
          </a:bodyPr>
          <a:lstStyle/>
          <a:p>
            <a:pPr indent="0" lvl="0" marL="0" marR="0" rtl="0" algn="l">
              <a:spcBef>
                <a:spcPts val="0"/>
              </a:spcBef>
              <a:spcAft>
                <a:spcPts val="0"/>
              </a:spcAft>
              <a:buNone/>
            </a:pPr>
            <a:r>
              <a:rPr lang="en-ID" sz="1600">
                <a:solidFill>
                  <a:schemeClr val="dk1"/>
                </a:solidFill>
                <a:latin typeface="Arial"/>
                <a:ea typeface="Arial"/>
                <a:cs typeface="Arial"/>
                <a:sym typeface="Arial"/>
              </a:rPr>
              <a:t>When your quiz is finished :</a:t>
            </a:r>
            <a:endParaRPr/>
          </a:p>
          <a:p>
            <a:pPr indent="-342900" lvl="0" marL="342900" marR="0" rtl="0" algn="l">
              <a:spcBef>
                <a:spcPts val="0"/>
              </a:spcBef>
              <a:spcAft>
                <a:spcPts val="0"/>
              </a:spcAft>
              <a:buClr>
                <a:schemeClr val="dk1"/>
              </a:buClr>
              <a:buSzPts val="1600"/>
              <a:buFont typeface="Arial"/>
              <a:buChar char="-"/>
            </a:pPr>
            <a:r>
              <a:rPr lang="en-ID" sz="1600">
                <a:solidFill>
                  <a:schemeClr val="dk1"/>
                </a:solidFill>
                <a:latin typeface="Arial"/>
                <a:ea typeface="Arial"/>
                <a:cs typeface="Arial"/>
                <a:sym typeface="Arial"/>
              </a:rPr>
              <a:t>Check the shared preference top_point, if  null or less than user point, save the shared preference top_point with user point, and top_user with active_user.</a:t>
            </a:r>
            <a:endParaRPr/>
          </a:p>
          <a:p>
            <a:pPr indent="-342900" lvl="0" marL="342900" marR="0" rtl="0" algn="l">
              <a:spcBef>
                <a:spcPts val="0"/>
              </a:spcBef>
              <a:spcAft>
                <a:spcPts val="0"/>
              </a:spcAft>
              <a:buClr>
                <a:schemeClr val="dk1"/>
              </a:buClr>
              <a:buSzPts val="1600"/>
              <a:buFont typeface="Arial"/>
              <a:buChar char="-"/>
            </a:pPr>
            <a:r>
              <a:rPr lang="en-ID" sz="1600">
                <a:solidFill>
                  <a:schemeClr val="dk1"/>
                </a:solidFill>
                <a:latin typeface="Arial"/>
                <a:ea typeface="Arial"/>
                <a:cs typeface="Arial"/>
                <a:sym typeface="Arial"/>
              </a:rPr>
              <a:t>Create a screen (highscore.dart) that show the top_user and top_point.</a:t>
            </a:r>
            <a:endParaRPr/>
          </a:p>
          <a:p>
            <a:pPr indent="-241300" lvl="0" marL="342900" marR="0" rtl="0" algn="l">
              <a:spcBef>
                <a:spcPts val="0"/>
              </a:spcBef>
              <a:spcAft>
                <a:spcPts val="0"/>
              </a:spcAft>
              <a:buClr>
                <a:schemeClr val="dk1"/>
              </a:buClr>
              <a:buSzPts val="1600"/>
              <a:buFont typeface="Arial"/>
              <a:buNone/>
            </a:pPr>
            <a:r>
              <a:t/>
            </a:r>
            <a:endParaRPr sz="1600">
              <a:solidFill>
                <a:schemeClr val="dk1"/>
              </a:solidFill>
              <a:latin typeface="Arial"/>
              <a:ea typeface="Arial"/>
              <a:cs typeface="Arial"/>
              <a:sym typeface="Arial"/>
            </a:endParaRPr>
          </a:p>
          <a:p>
            <a:pPr indent="0" lvl="0" marL="0" marR="0" rtl="0" algn="l">
              <a:spcBef>
                <a:spcPts val="0"/>
              </a:spcBef>
              <a:spcAft>
                <a:spcPts val="0"/>
              </a:spcAft>
              <a:buNone/>
            </a:pPr>
            <a:r>
              <a:t/>
            </a:r>
            <a:endParaRPr/>
          </a:p>
        </p:txBody>
      </p:sp>
      <p:sp>
        <p:nvSpPr>
          <p:cNvPr descr="blob:https://web.whatsapp.com/4be9237d-cfc1-462e-ba51-978e9348df04" id="296" name="Google Shape;296;p26"/>
          <p:cNvSpPr/>
          <p:nvPr/>
        </p:nvSpPr>
        <p:spPr>
          <a:xfrm>
            <a:off x="155575" y="-144463"/>
            <a:ext cx="304800" cy="304801"/>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300" name="Shape 300"/>
        <p:cNvGrpSpPr/>
        <p:nvPr/>
      </p:nvGrpSpPr>
      <p:grpSpPr>
        <a:xfrm>
          <a:off x="0" y="0"/>
          <a:ext cx="0" cy="0"/>
          <a:chOff x="0" y="0"/>
          <a:chExt cx="0" cy="0"/>
        </a:xfrm>
      </p:grpSpPr>
      <p:sp>
        <p:nvSpPr>
          <p:cNvPr id="301" name="Google Shape;301;p27"/>
          <p:cNvSpPr txBox="1"/>
          <p:nvPr/>
        </p:nvSpPr>
        <p:spPr>
          <a:xfrm>
            <a:off x="4862945" y="778274"/>
            <a:ext cx="3946237" cy="4070817"/>
          </a:xfrm>
          <a:prstGeom prst="rect">
            <a:avLst/>
          </a:prstGeom>
          <a:noFill/>
          <a:ln>
            <a:noFill/>
          </a:ln>
        </p:spPr>
        <p:txBody>
          <a:bodyPr anchorCtr="0" anchor="t" bIns="45700" lIns="91425" spcFirstLastPara="1" rIns="91425" wrap="square" tIns="45700">
            <a:normAutofit/>
          </a:bodyPr>
          <a:lstStyle/>
          <a:p>
            <a:pPr indent="0" lvl="0" marL="0" marR="0" rtl="0" algn="l">
              <a:spcBef>
                <a:spcPts val="0"/>
              </a:spcBef>
              <a:spcAft>
                <a:spcPts val="0"/>
              </a:spcAft>
              <a:buClr>
                <a:schemeClr val="dk1"/>
              </a:buClr>
              <a:buSzPts val="1400"/>
              <a:buFont typeface="Arial"/>
              <a:buNone/>
            </a:pPr>
            <a:r>
              <a:t/>
            </a:r>
            <a:endParaRPr sz="1400">
              <a:solidFill>
                <a:schemeClr val="lt1"/>
              </a:solidFill>
              <a:latin typeface="Arial"/>
              <a:ea typeface="Arial"/>
              <a:cs typeface="Arial"/>
              <a:sym typeface="Arial"/>
            </a:endParaRPr>
          </a:p>
        </p:txBody>
      </p:sp>
      <p:pic>
        <p:nvPicPr>
          <p:cNvPr descr="Blue-man-Questions-Comments" id="302" name="Google Shape;302;p27"/>
          <p:cNvPicPr preferRelativeResize="0"/>
          <p:nvPr/>
        </p:nvPicPr>
        <p:blipFill rotWithShape="1">
          <a:blip r:embed="rId4">
            <a:alphaModFix/>
          </a:blip>
          <a:srcRect b="0" l="0" r="0" t="0"/>
          <a:stretch/>
        </p:blipFill>
        <p:spPr>
          <a:xfrm>
            <a:off x="388657" y="547551"/>
            <a:ext cx="4474288" cy="4624262"/>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Informatika">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2010-04-12T23:12:02Z</dcterms:created>
  <dc:creator>Diana</dc:creator>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0x0101004CDBB0EA5517DF4B873B215CB2C55DE6</vt:lpwstr>
  </property>
</Properties>
</file>